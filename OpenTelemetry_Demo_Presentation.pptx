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3E29BA-6DB9-4677-BC85-359CD117BF9C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63474B-D8B2-4C35-B956-2B66644D6963}">
      <dgm:prSet/>
      <dgm:spPr/>
      <dgm:t>
        <a:bodyPr/>
        <a:lstStyle/>
        <a:p>
          <a:r>
            <a:rPr lang="en-US"/>
            <a:t>Microservices-based e-commerce demo</a:t>
          </a:r>
        </a:p>
      </dgm:t>
    </dgm:pt>
    <dgm:pt modelId="{E8D483E7-3620-48C4-8050-09D16825E13D}" type="parTrans" cxnId="{52ACB650-22AF-4DB7-95EB-AD31701C40E5}">
      <dgm:prSet/>
      <dgm:spPr/>
      <dgm:t>
        <a:bodyPr/>
        <a:lstStyle/>
        <a:p>
          <a:endParaRPr lang="en-US"/>
        </a:p>
      </dgm:t>
    </dgm:pt>
    <dgm:pt modelId="{0322F995-9576-430C-B033-C0F9F1EB5E14}" type="sibTrans" cxnId="{52ACB650-22AF-4DB7-95EB-AD31701C40E5}">
      <dgm:prSet/>
      <dgm:spPr/>
      <dgm:t>
        <a:bodyPr/>
        <a:lstStyle/>
        <a:p>
          <a:endParaRPr lang="en-US"/>
        </a:p>
      </dgm:t>
    </dgm:pt>
    <dgm:pt modelId="{E7B6D81B-C246-4E90-BD30-498B3668BFAC}">
      <dgm:prSet/>
      <dgm:spPr/>
      <dgm:t>
        <a:bodyPr/>
        <a:lstStyle/>
        <a:p>
          <a:r>
            <a:rPr lang="en-US"/>
            <a:t>Fully instrumented with OpenTelemetry</a:t>
          </a:r>
        </a:p>
      </dgm:t>
    </dgm:pt>
    <dgm:pt modelId="{52913A56-0D4E-4415-A1E0-A7D54A404BB9}" type="parTrans" cxnId="{8FC27BE5-4A9F-4BF1-B939-BC0867C208B8}">
      <dgm:prSet/>
      <dgm:spPr/>
      <dgm:t>
        <a:bodyPr/>
        <a:lstStyle/>
        <a:p>
          <a:endParaRPr lang="en-US"/>
        </a:p>
      </dgm:t>
    </dgm:pt>
    <dgm:pt modelId="{571EE244-B416-408E-85AB-A5915A0AC9A9}" type="sibTrans" cxnId="{8FC27BE5-4A9F-4BF1-B939-BC0867C208B8}">
      <dgm:prSet/>
      <dgm:spPr/>
      <dgm:t>
        <a:bodyPr/>
        <a:lstStyle/>
        <a:p>
          <a:endParaRPr lang="en-US"/>
        </a:p>
      </dgm:t>
    </dgm:pt>
    <dgm:pt modelId="{E75BAD85-BCFF-4E35-824E-2C8D87DD91A7}">
      <dgm:prSet/>
      <dgm:spPr/>
      <dgm:t>
        <a:bodyPr/>
        <a:lstStyle/>
        <a:p>
          <a:r>
            <a:rPr lang="en-US"/>
            <a:t>Shows traces, metrics, and logs end‑to‑end</a:t>
          </a:r>
        </a:p>
      </dgm:t>
    </dgm:pt>
    <dgm:pt modelId="{542CDF50-A4DD-4362-B957-F387ADC937F2}" type="parTrans" cxnId="{013D9B6D-E595-4613-845E-D47F205B22BD}">
      <dgm:prSet/>
      <dgm:spPr/>
      <dgm:t>
        <a:bodyPr/>
        <a:lstStyle/>
        <a:p>
          <a:endParaRPr lang="en-US"/>
        </a:p>
      </dgm:t>
    </dgm:pt>
    <dgm:pt modelId="{F0B6BDF3-9C4C-4147-B77C-5A163E918185}" type="sibTrans" cxnId="{013D9B6D-E595-4613-845E-D47F205B22BD}">
      <dgm:prSet/>
      <dgm:spPr/>
      <dgm:t>
        <a:bodyPr/>
        <a:lstStyle/>
        <a:p>
          <a:endParaRPr lang="en-US"/>
        </a:p>
      </dgm:t>
    </dgm:pt>
    <dgm:pt modelId="{02809EDD-A856-4B48-B33A-5C70BD89AEC9}">
      <dgm:prSet/>
      <dgm:spPr/>
      <dgm:t>
        <a:bodyPr/>
        <a:lstStyle/>
        <a:p>
          <a:r>
            <a:rPr lang="en-US"/>
            <a:t>Includes frontend, backend, and observability stack</a:t>
          </a:r>
        </a:p>
      </dgm:t>
    </dgm:pt>
    <dgm:pt modelId="{34EB806B-FCAB-4765-894E-5435A4D9D6C8}" type="parTrans" cxnId="{51E63D9F-050E-400F-884C-A16B38EB911D}">
      <dgm:prSet/>
      <dgm:spPr/>
      <dgm:t>
        <a:bodyPr/>
        <a:lstStyle/>
        <a:p>
          <a:endParaRPr lang="en-US"/>
        </a:p>
      </dgm:t>
    </dgm:pt>
    <dgm:pt modelId="{0FE5E28D-3687-4C77-983C-CE5CBF3503AB}" type="sibTrans" cxnId="{51E63D9F-050E-400F-884C-A16B38EB911D}">
      <dgm:prSet/>
      <dgm:spPr/>
      <dgm:t>
        <a:bodyPr/>
        <a:lstStyle/>
        <a:p>
          <a:endParaRPr lang="en-US"/>
        </a:p>
      </dgm:t>
    </dgm:pt>
    <dgm:pt modelId="{FF0E413A-8DCE-4F6B-AF42-AF96714B3F29}" type="pres">
      <dgm:prSet presAssocID="{223E29BA-6DB9-4677-BC85-359CD117BF9C}" presName="matrix" presStyleCnt="0">
        <dgm:presLayoutVars>
          <dgm:chMax val="1"/>
          <dgm:dir/>
          <dgm:resizeHandles val="exact"/>
        </dgm:presLayoutVars>
      </dgm:prSet>
      <dgm:spPr/>
    </dgm:pt>
    <dgm:pt modelId="{26D87759-BB2F-4849-B35B-E776EEC9222B}" type="pres">
      <dgm:prSet presAssocID="{223E29BA-6DB9-4677-BC85-359CD117BF9C}" presName="diamond" presStyleLbl="bgShp" presStyleIdx="0" presStyleCnt="1"/>
      <dgm:spPr/>
    </dgm:pt>
    <dgm:pt modelId="{85727295-DB44-4B1B-882B-4B993F34EE35}" type="pres">
      <dgm:prSet presAssocID="{223E29BA-6DB9-4677-BC85-359CD117BF9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E838F9E-5C32-4381-B58A-4FB69C3944B8}" type="pres">
      <dgm:prSet presAssocID="{223E29BA-6DB9-4677-BC85-359CD117BF9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CEEF5CE-605B-4493-BE1C-0A636B72C853}" type="pres">
      <dgm:prSet presAssocID="{223E29BA-6DB9-4677-BC85-359CD117BF9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C8379AE-52AE-4CE2-874D-4F7814802BEB}" type="pres">
      <dgm:prSet presAssocID="{223E29BA-6DB9-4677-BC85-359CD117BF9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B771D0A-BE73-4B8F-8131-40D37404B251}" type="presOf" srcId="{E75BAD85-BCFF-4E35-824E-2C8D87DD91A7}" destId="{BCEEF5CE-605B-4493-BE1C-0A636B72C853}" srcOrd="0" destOrd="0" presId="urn:microsoft.com/office/officeart/2005/8/layout/matrix3"/>
    <dgm:cxn modelId="{9F61881E-CB37-4421-9F19-0E9187BC5387}" type="presOf" srcId="{E7B6D81B-C246-4E90-BD30-498B3668BFAC}" destId="{8E838F9E-5C32-4381-B58A-4FB69C3944B8}" srcOrd="0" destOrd="0" presId="urn:microsoft.com/office/officeart/2005/8/layout/matrix3"/>
    <dgm:cxn modelId="{013D9B6D-E595-4613-845E-D47F205B22BD}" srcId="{223E29BA-6DB9-4677-BC85-359CD117BF9C}" destId="{E75BAD85-BCFF-4E35-824E-2C8D87DD91A7}" srcOrd="2" destOrd="0" parTransId="{542CDF50-A4DD-4362-B957-F387ADC937F2}" sibTransId="{F0B6BDF3-9C4C-4147-B77C-5A163E918185}"/>
    <dgm:cxn modelId="{52ACB650-22AF-4DB7-95EB-AD31701C40E5}" srcId="{223E29BA-6DB9-4677-BC85-359CD117BF9C}" destId="{1463474B-D8B2-4C35-B956-2B66644D6963}" srcOrd="0" destOrd="0" parTransId="{E8D483E7-3620-48C4-8050-09D16825E13D}" sibTransId="{0322F995-9576-430C-B033-C0F9F1EB5E14}"/>
    <dgm:cxn modelId="{7126AC71-AE4A-4917-B41E-FB05474999EC}" type="presOf" srcId="{02809EDD-A856-4B48-B33A-5C70BD89AEC9}" destId="{EC8379AE-52AE-4CE2-874D-4F7814802BEB}" srcOrd="0" destOrd="0" presId="urn:microsoft.com/office/officeart/2005/8/layout/matrix3"/>
    <dgm:cxn modelId="{51E63D9F-050E-400F-884C-A16B38EB911D}" srcId="{223E29BA-6DB9-4677-BC85-359CD117BF9C}" destId="{02809EDD-A856-4B48-B33A-5C70BD89AEC9}" srcOrd="3" destOrd="0" parTransId="{34EB806B-FCAB-4765-894E-5435A4D9D6C8}" sibTransId="{0FE5E28D-3687-4C77-983C-CE5CBF3503AB}"/>
    <dgm:cxn modelId="{D07E469F-71A9-4D34-BA30-E93FF0F26C99}" type="presOf" srcId="{1463474B-D8B2-4C35-B956-2B66644D6963}" destId="{85727295-DB44-4B1B-882B-4B993F34EE35}" srcOrd="0" destOrd="0" presId="urn:microsoft.com/office/officeart/2005/8/layout/matrix3"/>
    <dgm:cxn modelId="{8FC27BE5-4A9F-4BF1-B939-BC0867C208B8}" srcId="{223E29BA-6DB9-4677-BC85-359CD117BF9C}" destId="{E7B6D81B-C246-4E90-BD30-498B3668BFAC}" srcOrd="1" destOrd="0" parTransId="{52913A56-0D4E-4415-A1E0-A7D54A404BB9}" sibTransId="{571EE244-B416-408E-85AB-A5915A0AC9A9}"/>
    <dgm:cxn modelId="{1103C4FB-9CD9-49E5-B5BB-FC15889900DC}" type="presOf" srcId="{223E29BA-6DB9-4677-BC85-359CD117BF9C}" destId="{FF0E413A-8DCE-4F6B-AF42-AF96714B3F29}" srcOrd="0" destOrd="0" presId="urn:microsoft.com/office/officeart/2005/8/layout/matrix3"/>
    <dgm:cxn modelId="{DDBC6D1A-B048-4D4B-AAFC-2D1D57AF06FD}" type="presParOf" srcId="{FF0E413A-8DCE-4F6B-AF42-AF96714B3F29}" destId="{26D87759-BB2F-4849-B35B-E776EEC9222B}" srcOrd="0" destOrd="0" presId="urn:microsoft.com/office/officeart/2005/8/layout/matrix3"/>
    <dgm:cxn modelId="{6227DD20-EE74-45DD-A50F-FECE6B63FE29}" type="presParOf" srcId="{FF0E413A-8DCE-4F6B-AF42-AF96714B3F29}" destId="{85727295-DB44-4B1B-882B-4B993F34EE35}" srcOrd="1" destOrd="0" presId="urn:microsoft.com/office/officeart/2005/8/layout/matrix3"/>
    <dgm:cxn modelId="{9662B209-D487-49E7-B942-AED0E13A3955}" type="presParOf" srcId="{FF0E413A-8DCE-4F6B-AF42-AF96714B3F29}" destId="{8E838F9E-5C32-4381-B58A-4FB69C3944B8}" srcOrd="2" destOrd="0" presId="urn:microsoft.com/office/officeart/2005/8/layout/matrix3"/>
    <dgm:cxn modelId="{E135EFB8-7946-4260-94FE-F9352F1D3A42}" type="presParOf" srcId="{FF0E413A-8DCE-4F6B-AF42-AF96714B3F29}" destId="{BCEEF5CE-605B-4493-BE1C-0A636B72C853}" srcOrd="3" destOrd="0" presId="urn:microsoft.com/office/officeart/2005/8/layout/matrix3"/>
    <dgm:cxn modelId="{CD276960-CD29-48B5-8938-235371D3428F}" type="presParOf" srcId="{FF0E413A-8DCE-4F6B-AF42-AF96714B3F29}" destId="{EC8379AE-52AE-4CE2-874D-4F7814802BE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F78897-3688-427B-AF68-CCA9B9BF028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CC2F9B5-5593-4C53-9B97-5697B0ED5481}">
      <dgm:prSet/>
      <dgm:spPr/>
      <dgm:t>
        <a:bodyPr/>
        <a:lstStyle/>
        <a:p>
          <a:r>
            <a:rPr lang="en-US"/>
            <a:t>Main components:</a:t>
          </a:r>
        </a:p>
      </dgm:t>
    </dgm:pt>
    <dgm:pt modelId="{B5557BE9-9603-45CB-8978-1447C6148ACD}" type="parTrans" cxnId="{99914895-80A3-4D3B-9748-37611DB55C44}">
      <dgm:prSet/>
      <dgm:spPr/>
      <dgm:t>
        <a:bodyPr/>
        <a:lstStyle/>
        <a:p>
          <a:endParaRPr lang="en-US"/>
        </a:p>
      </dgm:t>
    </dgm:pt>
    <dgm:pt modelId="{426FCFB0-3DA7-4292-BDFE-86FD92F9FCF2}" type="sibTrans" cxnId="{99914895-80A3-4D3B-9748-37611DB55C44}">
      <dgm:prSet/>
      <dgm:spPr/>
      <dgm:t>
        <a:bodyPr/>
        <a:lstStyle/>
        <a:p>
          <a:endParaRPr lang="en-US"/>
        </a:p>
      </dgm:t>
    </dgm:pt>
    <dgm:pt modelId="{ED8AA373-E2BA-4D6A-9AF6-00AFA82EEC3B}">
      <dgm:prSet/>
      <dgm:spPr/>
      <dgm:t>
        <a:bodyPr/>
        <a:lstStyle/>
        <a:p>
          <a:r>
            <a:rPr lang="en-US"/>
            <a:t>Frontend (Web + Mobile)</a:t>
          </a:r>
        </a:p>
      </dgm:t>
    </dgm:pt>
    <dgm:pt modelId="{C2586717-4256-43AA-B014-B3A02E674CD4}" type="parTrans" cxnId="{C342B98F-7438-4117-954D-1004500116CE}">
      <dgm:prSet/>
      <dgm:spPr/>
      <dgm:t>
        <a:bodyPr/>
        <a:lstStyle/>
        <a:p>
          <a:endParaRPr lang="en-US"/>
        </a:p>
      </dgm:t>
    </dgm:pt>
    <dgm:pt modelId="{D6BE9A03-8224-4758-AFC6-9580307D175E}" type="sibTrans" cxnId="{C342B98F-7438-4117-954D-1004500116CE}">
      <dgm:prSet/>
      <dgm:spPr/>
      <dgm:t>
        <a:bodyPr/>
        <a:lstStyle/>
        <a:p>
          <a:endParaRPr lang="en-US"/>
        </a:p>
      </dgm:t>
    </dgm:pt>
    <dgm:pt modelId="{73DB45A5-37B9-4C4F-A4FB-71D83B0E1811}">
      <dgm:prSet/>
      <dgm:spPr/>
      <dgm:t>
        <a:bodyPr/>
        <a:lstStyle/>
        <a:p>
          <a:r>
            <a:rPr lang="en-US"/>
            <a:t>Envoy Proxy</a:t>
          </a:r>
        </a:p>
      </dgm:t>
    </dgm:pt>
    <dgm:pt modelId="{FFCE5A32-A645-437E-BAD6-C801347C828C}" type="parTrans" cxnId="{613744DB-0FB6-46BF-A22E-DB1E1ECC6A7B}">
      <dgm:prSet/>
      <dgm:spPr/>
      <dgm:t>
        <a:bodyPr/>
        <a:lstStyle/>
        <a:p>
          <a:endParaRPr lang="en-US"/>
        </a:p>
      </dgm:t>
    </dgm:pt>
    <dgm:pt modelId="{ECFF0E43-A811-4E79-91E8-7FD458A485AC}" type="sibTrans" cxnId="{613744DB-0FB6-46BF-A22E-DB1E1ECC6A7B}">
      <dgm:prSet/>
      <dgm:spPr/>
      <dgm:t>
        <a:bodyPr/>
        <a:lstStyle/>
        <a:p>
          <a:endParaRPr lang="en-US"/>
        </a:p>
      </dgm:t>
    </dgm:pt>
    <dgm:pt modelId="{9F10730B-E3DF-48A4-9D80-EE7D1F289EE2}">
      <dgm:prSet/>
      <dgm:spPr/>
      <dgm:t>
        <a:bodyPr/>
        <a:lstStyle/>
        <a:p>
          <a:r>
            <a:rPr lang="en-US"/>
            <a:t>Backend microservices</a:t>
          </a:r>
        </a:p>
      </dgm:t>
    </dgm:pt>
    <dgm:pt modelId="{9BC8F211-3D9B-4228-A55A-B08E3146FF1A}" type="parTrans" cxnId="{BBEFC72A-A8C1-4409-A6D1-2E97E6DE0581}">
      <dgm:prSet/>
      <dgm:spPr/>
      <dgm:t>
        <a:bodyPr/>
        <a:lstStyle/>
        <a:p>
          <a:endParaRPr lang="en-US"/>
        </a:p>
      </dgm:t>
    </dgm:pt>
    <dgm:pt modelId="{42F0554C-A4E4-4E9A-BDF3-CB0C65E18533}" type="sibTrans" cxnId="{BBEFC72A-A8C1-4409-A6D1-2E97E6DE0581}">
      <dgm:prSet/>
      <dgm:spPr/>
      <dgm:t>
        <a:bodyPr/>
        <a:lstStyle/>
        <a:p>
          <a:endParaRPr lang="en-US"/>
        </a:p>
      </dgm:t>
    </dgm:pt>
    <dgm:pt modelId="{4CD20401-73E2-4216-B4EE-ED199A4219A7}">
      <dgm:prSet/>
      <dgm:spPr/>
      <dgm:t>
        <a:bodyPr/>
        <a:lstStyle/>
        <a:p>
          <a:r>
            <a:rPr lang="en-US"/>
            <a:t>Redis/Valkey, Kafka</a:t>
          </a:r>
        </a:p>
      </dgm:t>
    </dgm:pt>
    <dgm:pt modelId="{7392F6EC-C67E-4423-B8E6-4CA937AA6CCA}" type="parTrans" cxnId="{C163CFBC-D4A1-4945-82DB-7A7E9A5C7113}">
      <dgm:prSet/>
      <dgm:spPr/>
      <dgm:t>
        <a:bodyPr/>
        <a:lstStyle/>
        <a:p>
          <a:endParaRPr lang="en-US"/>
        </a:p>
      </dgm:t>
    </dgm:pt>
    <dgm:pt modelId="{E13CCA53-DAFF-4DDA-94E9-F856D2FC1AC5}" type="sibTrans" cxnId="{C163CFBC-D4A1-4945-82DB-7A7E9A5C7113}">
      <dgm:prSet/>
      <dgm:spPr/>
      <dgm:t>
        <a:bodyPr/>
        <a:lstStyle/>
        <a:p>
          <a:endParaRPr lang="en-US"/>
        </a:p>
      </dgm:t>
    </dgm:pt>
    <dgm:pt modelId="{83DFCF5F-6319-415B-99A2-9D3FAC98AC03}">
      <dgm:prSet/>
      <dgm:spPr/>
      <dgm:t>
        <a:bodyPr/>
        <a:lstStyle/>
        <a:p>
          <a:r>
            <a:rPr lang="en-US"/>
            <a:t>Feature flags (flagd)</a:t>
          </a:r>
        </a:p>
      </dgm:t>
    </dgm:pt>
    <dgm:pt modelId="{31AF31F1-F294-4883-8E03-CD897E7C6907}" type="parTrans" cxnId="{91139183-D85B-48B7-8B5C-65CA6A23AAD6}">
      <dgm:prSet/>
      <dgm:spPr/>
      <dgm:t>
        <a:bodyPr/>
        <a:lstStyle/>
        <a:p>
          <a:endParaRPr lang="en-US"/>
        </a:p>
      </dgm:t>
    </dgm:pt>
    <dgm:pt modelId="{0DACB01F-DA83-45B1-9AF3-4AFFA4250A4B}" type="sibTrans" cxnId="{91139183-D85B-48B7-8B5C-65CA6A23AAD6}">
      <dgm:prSet/>
      <dgm:spPr/>
      <dgm:t>
        <a:bodyPr/>
        <a:lstStyle/>
        <a:p>
          <a:endParaRPr lang="en-US"/>
        </a:p>
      </dgm:t>
    </dgm:pt>
    <dgm:pt modelId="{4B8AA911-F5D4-48F8-B3EB-F4FEED7A44EB}">
      <dgm:prSet/>
      <dgm:spPr/>
      <dgm:t>
        <a:bodyPr/>
        <a:lstStyle/>
        <a:p>
          <a:r>
            <a:rPr lang="en-US"/>
            <a:t>Load generator</a:t>
          </a:r>
        </a:p>
      </dgm:t>
    </dgm:pt>
    <dgm:pt modelId="{7A883A2A-1985-4C0E-9CA7-66F5E5CF21C8}" type="parTrans" cxnId="{0DE15E0D-F960-4E7A-BD37-B21EAA64F1AE}">
      <dgm:prSet/>
      <dgm:spPr/>
      <dgm:t>
        <a:bodyPr/>
        <a:lstStyle/>
        <a:p>
          <a:endParaRPr lang="en-US"/>
        </a:p>
      </dgm:t>
    </dgm:pt>
    <dgm:pt modelId="{19F41975-56C4-4234-BD2C-18051242B562}" type="sibTrans" cxnId="{0DE15E0D-F960-4E7A-BD37-B21EAA64F1AE}">
      <dgm:prSet/>
      <dgm:spPr/>
      <dgm:t>
        <a:bodyPr/>
        <a:lstStyle/>
        <a:p>
          <a:endParaRPr lang="en-US"/>
        </a:p>
      </dgm:t>
    </dgm:pt>
    <dgm:pt modelId="{98FAF315-B50C-4B57-9387-E4EEABCCA86F}">
      <dgm:prSet/>
      <dgm:spPr/>
      <dgm:t>
        <a:bodyPr/>
        <a:lstStyle/>
        <a:p>
          <a:r>
            <a:rPr lang="en-US"/>
            <a:t>OTel Collector → Prometheus, Jaeger, Logs backend</a:t>
          </a:r>
        </a:p>
      </dgm:t>
    </dgm:pt>
    <dgm:pt modelId="{264A6230-F033-4BA9-B0AC-5BA2AB6BAE5C}" type="parTrans" cxnId="{A88EC2F8-B7E3-4821-8C14-4AF14CE75DDA}">
      <dgm:prSet/>
      <dgm:spPr/>
      <dgm:t>
        <a:bodyPr/>
        <a:lstStyle/>
        <a:p>
          <a:endParaRPr lang="en-US"/>
        </a:p>
      </dgm:t>
    </dgm:pt>
    <dgm:pt modelId="{A9A1B339-0EE1-49B5-A5AE-CCD80931CBA8}" type="sibTrans" cxnId="{A88EC2F8-B7E3-4821-8C14-4AF14CE75DDA}">
      <dgm:prSet/>
      <dgm:spPr/>
      <dgm:t>
        <a:bodyPr/>
        <a:lstStyle/>
        <a:p>
          <a:endParaRPr lang="en-US"/>
        </a:p>
      </dgm:t>
    </dgm:pt>
    <dgm:pt modelId="{5FAC1332-7E34-40B3-B60A-CF196EA62C31}" type="pres">
      <dgm:prSet presAssocID="{34F78897-3688-427B-AF68-CCA9B9BF0280}" presName="linear" presStyleCnt="0">
        <dgm:presLayoutVars>
          <dgm:animLvl val="lvl"/>
          <dgm:resizeHandles val="exact"/>
        </dgm:presLayoutVars>
      </dgm:prSet>
      <dgm:spPr/>
    </dgm:pt>
    <dgm:pt modelId="{F9887E20-D0CC-4F2F-A25D-2632A075700A}" type="pres">
      <dgm:prSet presAssocID="{2CC2F9B5-5593-4C53-9B97-5697B0ED548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0EA08F5-EEB8-47AB-A6E2-913429FEC054}" type="pres">
      <dgm:prSet presAssocID="{426FCFB0-3DA7-4292-BDFE-86FD92F9FCF2}" presName="spacer" presStyleCnt="0"/>
      <dgm:spPr/>
    </dgm:pt>
    <dgm:pt modelId="{33907F52-25AA-4AD6-B412-141C1A973F5C}" type="pres">
      <dgm:prSet presAssocID="{ED8AA373-E2BA-4D6A-9AF6-00AFA82EEC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0E4B536-3A8D-49D6-8826-D1BEAEDF83F6}" type="pres">
      <dgm:prSet presAssocID="{D6BE9A03-8224-4758-AFC6-9580307D175E}" presName="spacer" presStyleCnt="0"/>
      <dgm:spPr/>
    </dgm:pt>
    <dgm:pt modelId="{9DE5ACF0-8DD7-43F3-A850-4400F551DEF8}" type="pres">
      <dgm:prSet presAssocID="{73DB45A5-37B9-4C4F-A4FB-71D83B0E181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125E71D-84C3-43B8-8EAC-9FD49EA991EB}" type="pres">
      <dgm:prSet presAssocID="{ECFF0E43-A811-4E79-91E8-7FD458A485AC}" presName="spacer" presStyleCnt="0"/>
      <dgm:spPr/>
    </dgm:pt>
    <dgm:pt modelId="{FB772AD6-E748-41E9-8B8F-03C45AFFCE34}" type="pres">
      <dgm:prSet presAssocID="{9F10730B-E3DF-48A4-9D80-EE7D1F289EE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DBAC453-76BC-46FD-9663-7E2C60C84333}" type="pres">
      <dgm:prSet presAssocID="{9F10730B-E3DF-48A4-9D80-EE7D1F289EE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DE15E0D-F960-4E7A-BD37-B21EAA64F1AE}" srcId="{9F10730B-E3DF-48A4-9D80-EE7D1F289EE2}" destId="{4B8AA911-F5D4-48F8-B3EB-F4FEED7A44EB}" srcOrd="2" destOrd="0" parTransId="{7A883A2A-1985-4C0E-9CA7-66F5E5CF21C8}" sibTransId="{19F41975-56C4-4234-BD2C-18051242B562}"/>
    <dgm:cxn modelId="{EBABA31D-41BF-454D-A5AE-FCE0E72585A3}" type="presOf" srcId="{98FAF315-B50C-4B57-9387-E4EEABCCA86F}" destId="{3DBAC453-76BC-46FD-9663-7E2C60C84333}" srcOrd="0" destOrd="3" presId="urn:microsoft.com/office/officeart/2005/8/layout/vList2"/>
    <dgm:cxn modelId="{BBEFC72A-A8C1-4409-A6D1-2E97E6DE0581}" srcId="{34F78897-3688-427B-AF68-CCA9B9BF0280}" destId="{9F10730B-E3DF-48A4-9D80-EE7D1F289EE2}" srcOrd="3" destOrd="0" parTransId="{9BC8F211-3D9B-4228-A55A-B08E3146FF1A}" sibTransId="{42F0554C-A4E4-4E9A-BDF3-CB0C65E18533}"/>
    <dgm:cxn modelId="{35577435-9B71-48AD-8814-A542DBC836BF}" type="presOf" srcId="{83DFCF5F-6319-415B-99A2-9D3FAC98AC03}" destId="{3DBAC453-76BC-46FD-9663-7E2C60C84333}" srcOrd="0" destOrd="1" presId="urn:microsoft.com/office/officeart/2005/8/layout/vList2"/>
    <dgm:cxn modelId="{57F17242-F53C-48C0-AE86-DDD17FB12B21}" type="presOf" srcId="{4B8AA911-F5D4-48F8-B3EB-F4FEED7A44EB}" destId="{3DBAC453-76BC-46FD-9663-7E2C60C84333}" srcOrd="0" destOrd="2" presId="urn:microsoft.com/office/officeart/2005/8/layout/vList2"/>
    <dgm:cxn modelId="{4D40286C-4389-4031-B849-1D7F39D04700}" type="presOf" srcId="{ED8AA373-E2BA-4D6A-9AF6-00AFA82EEC3B}" destId="{33907F52-25AA-4AD6-B412-141C1A973F5C}" srcOrd="0" destOrd="0" presId="urn:microsoft.com/office/officeart/2005/8/layout/vList2"/>
    <dgm:cxn modelId="{91139183-D85B-48B7-8B5C-65CA6A23AAD6}" srcId="{9F10730B-E3DF-48A4-9D80-EE7D1F289EE2}" destId="{83DFCF5F-6319-415B-99A2-9D3FAC98AC03}" srcOrd="1" destOrd="0" parTransId="{31AF31F1-F294-4883-8E03-CD897E7C6907}" sibTransId="{0DACB01F-DA83-45B1-9AF3-4AFFA4250A4B}"/>
    <dgm:cxn modelId="{27115A87-B5A9-4B77-B715-227F30BC63EA}" type="presOf" srcId="{34F78897-3688-427B-AF68-CCA9B9BF0280}" destId="{5FAC1332-7E34-40B3-B60A-CF196EA62C31}" srcOrd="0" destOrd="0" presId="urn:microsoft.com/office/officeart/2005/8/layout/vList2"/>
    <dgm:cxn modelId="{5ADC4189-B402-4201-BD0B-B6B3BC2E6E98}" type="presOf" srcId="{73DB45A5-37B9-4C4F-A4FB-71D83B0E1811}" destId="{9DE5ACF0-8DD7-43F3-A850-4400F551DEF8}" srcOrd="0" destOrd="0" presId="urn:microsoft.com/office/officeart/2005/8/layout/vList2"/>
    <dgm:cxn modelId="{C342B98F-7438-4117-954D-1004500116CE}" srcId="{34F78897-3688-427B-AF68-CCA9B9BF0280}" destId="{ED8AA373-E2BA-4D6A-9AF6-00AFA82EEC3B}" srcOrd="1" destOrd="0" parTransId="{C2586717-4256-43AA-B014-B3A02E674CD4}" sibTransId="{D6BE9A03-8224-4758-AFC6-9580307D175E}"/>
    <dgm:cxn modelId="{99914895-80A3-4D3B-9748-37611DB55C44}" srcId="{34F78897-3688-427B-AF68-CCA9B9BF0280}" destId="{2CC2F9B5-5593-4C53-9B97-5697B0ED5481}" srcOrd="0" destOrd="0" parTransId="{B5557BE9-9603-45CB-8978-1447C6148ACD}" sibTransId="{426FCFB0-3DA7-4292-BDFE-86FD92F9FCF2}"/>
    <dgm:cxn modelId="{05869AA0-FC69-415F-8CD1-DEA3D41C4B88}" type="presOf" srcId="{4CD20401-73E2-4216-B4EE-ED199A4219A7}" destId="{3DBAC453-76BC-46FD-9663-7E2C60C84333}" srcOrd="0" destOrd="0" presId="urn:microsoft.com/office/officeart/2005/8/layout/vList2"/>
    <dgm:cxn modelId="{D3FF55A3-2119-4179-BF6F-67F4092A5717}" type="presOf" srcId="{9F10730B-E3DF-48A4-9D80-EE7D1F289EE2}" destId="{FB772AD6-E748-41E9-8B8F-03C45AFFCE34}" srcOrd="0" destOrd="0" presId="urn:microsoft.com/office/officeart/2005/8/layout/vList2"/>
    <dgm:cxn modelId="{C163CFBC-D4A1-4945-82DB-7A7E9A5C7113}" srcId="{9F10730B-E3DF-48A4-9D80-EE7D1F289EE2}" destId="{4CD20401-73E2-4216-B4EE-ED199A4219A7}" srcOrd="0" destOrd="0" parTransId="{7392F6EC-C67E-4423-B8E6-4CA937AA6CCA}" sibTransId="{E13CCA53-DAFF-4DDA-94E9-F856D2FC1AC5}"/>
    <dgm:cxn modelId="{613744DB-0FB6-46BF-A22E-DB1E1ECC6A7B}" srcId="{34F78897-3688-427B-AF68-CCA9B9BF0280}" destId="{73DB45A5-37B9-4C4F-A4FB-71D83B0E1811}" srcOrd="2" destOrd="0" parTransId="{FFCE5A32-A645-437E-BAD6-C801347C828C}" sibTransId="{ECFF0E43-A811-4E79-91E8-7FD458A485AC}"/>
    <dgm:cxn modelId="{C78061E5-B333-4B67-861B-9DAC925F2D37}" type="presOf" srcId="{2CC2F9B5-5593-4C53-9B97-5697B0ED5481}" destId="{F9887E20-D0CC-4F2F-A25D-2632A075700A}" srcOrd="0" destOrd="0" presId="urn:microsoft.com/office/officeart/2005/8/layout/vList2"/>
    <dgm:cxn modelId="{A88EC2F8-B7E3-4821-8C14-4AF14CE75DDA}" srcId="{9F10730B-E3DF-48A4-9D80-EE7D1F289EE2}" destId="{98FAF315-B50C-4B57-9387-E4EEABCCA86F}" srcOrd="3" destOrd="0" parTransId="{264A6230-F033-4BA9-B0AC-5BA2AB6BAE5C}" sibTransId="{A9A1B339-0EE1-49B5-A5AE-CCD80931CBA8}"/>
    <dgm:cxn modelId="{BAAD36E4-12F3-4310-9964-8A98737F7D09}" type="presParOf" srcId="{5FAC1332-7E34-40B3-B60A-CF196EA62C31}" destId="{F9887E20-D0CC-4F2F-A25D-2632A075700A}" srcOrd="0" destOrd="0" presId="urn:microsoft.com/office/officeart/2005/8/layout/vList2"/>
    <dgm:cxn modelId="{5D76F0FA-A4D0-43BC-99A2-36AA6CED0BE1}" type="presParOf" srcId="{5FAC1332-7E34-40B3-B60A-CF196EA62C31}" destId="{00EA08F5-EEB8-47AB-A6E2-913429FEC054}" srcOrd="1" destOrd="0" presId="urn:microsoft.com/office/officeart/2005/8/layout/vList2"/>
    <dgm:cxn modelId="{E1808F01-4505-4EB3-9EE4-43F3EE27F1A3}" type="presParOf" srcId="{5FAC1332-7E34-40B3-B60A-CF196EA62C31}" destId="{33907F52-25AA-4AD6-B412-141C1A973F5C}" srcOrd="2" destOrd="0" presId="urn:microsoft.com/office/officeart/2005/8/layout/vList2"/>
    <dgm:cxn modelId="{F0F98843-4833-4EA6-902F-52D019346177}" type="presParOf" srcId="{5FAC1332-7E34-40B3-B60A-CF196EA62C31}" destId="{30E4B536-3A8D-49D6-8826-D1BEAEDF83F6}" srcOrd="3" destOrd="0" presId="urn:microsoft.com/office/officeart/2005/8/layout/vList2"/>
    <dgm:cxn modelId="{77254F70-3134-4D36-88D0-CDE3350F19F1}" type="presParOf" srcId="{5FAC1332-7E34-40B3-B60A-CF196EA62C31}" destId="{9DE5ACF0-8DD7-43F3-A850-4400F551DEF8}" srcOrd="4" destOrd="0" presId="urn:microsoft.com/office/officeart/2005/8/layout/vList2"/>
    <dgm:cxn modelId="{99599D74-96A0-4400-B146-93B42AA29ED7}" type="presParOf" srcId="{5FAC1332-7E34-40B3-B60A-CF196EA62C31}" destId="{E125E71D-84C3-43B8-8EAC-9FD49EA991EB}" srcOrd="5" destOrd="0" presId="urn:microsoft.com/office/officeart/2005/8/layout/vList2"/>
    <dgm:cxn modelId="{4D903999-7CF0-48C5-895E-C9D17463D450}" type="presParOf" srcId="{5FAC1332-7E34-40B3-B60A-CF196EA62C31}" destId="{FB772AD6-E748-41E9-8B8F-03C45AFFCE34}" srcOrd="6" destOrd="0" presId="urn:microsoft.com/office/officeart/2005/8/layout/vList2"/>
    <dgm:cxn modelId="{4BDB2210-A900-4338-AAF4-219108BDE561}" type="presParOf" srcId="{5FAC1332-7E34-40B3-B60A-CF196EA62C31}" destId="{3DBAC453-76BC-46FD-9663-7E2C60C8433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2D9B2F-EF56-4956-B40C-C24F16AA1BD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1983775-ABCA-47E5-B475-C4704DBDB0A0}">
      <dgm:prSet/>
      <dgm:spPr/>
      <dgm:t>
        <a:bodyPr/>
        <a:lstStyle/>
        <a:p>
          <a:pPr>
            <a:defRPr cap="all"/>
          </a:pPr>
          <a:r>
            <a:rPr lang="en-US"/>
            <a:t>Manages user cart items and totals</a:t>
          </a:r>
        </a:p>
      </dgm:t>
    </dgm:pt>
    <dgm:pt modelId="{1AAD098D-62CD-4890-A9D5-C23186AF7678}" type="parTrans" cxnId="{7D73BE87-D9F3-440E-875E-CD87232AE895}">
      <dgm:prSet/>
      <dgm:spPr/>
      <dgm:t>
        <a:bodyPr/>
        <a:lstStyle/>
        <a:p>
          <a:endParaRPr lang="en-US"/>
        </a:p>
      </dgm:t>
    </dgm:pt>
    <dgm:pt modelId="{D3DEBA1A-1A4A-4CEE-B241-2BBBE3E50B2D}" type="sibTrans" cxnId="{7D73BE87-D9F3-440E-875E-CD87232AE895}">
      <dgm:prSet/>
      <dgm:spPr/>
      <dgm:t>
        <a:bodyPr/>
        <a:lstStyle/>
        <a:p>
          <a:endParaRPr lang="en-US"/>
        </a:p>
      </dgm:t>
    </dgm:pt>
    <dgm:pt modelId="{7BBF6867-D50A-41AD-B64E-F4335BAD8D2F}">
      <dgm:prSet/>
      <dgm:spPr/>
      <dgm:t>
        <a:bodyPr/>
        <a:lstStyle/>
        <a:p>
          <a:pPr>
            <a:defRPr cap="all"/>
          </a:pPr>
          <a:r>
            <a:rPr lang="en-US"/>
            <a:t>Stores data in Redis/Valkey</a:t>
          </a:r>
        </a:p>
      </dgm:t>
    </dgm:pt>
    <dgm:pt modelId="{E22000F0-F18B-4490-AE7A-B9D37FE09C54}" type="parTrans" cxnId="{1142D00D-EC9F-4BDB-93F4-A592D3F4DBEE}">
      <dgm:prSet/>
      <dgm:spPr/>
      <dgm:t>
        <a:bodyPr/>
        <a:lstStyle/>
        <a:p>
          <a:endParaRPr lang="en-US"/>
        </a:p>
      </dgm:t>
    </dgm:pt>
    <dgm:pt modelId="{D654D3D8-DF2D-4453-A374-6157FDF07B10}" type="sibTrans" cxnId="{1142D00D-EC9F-4BDB-93F4-A592D3F4DBEE}">
      <dgm:prSet/>
      <dgm:spPr/>
      <dgm:t>
        <a:bodyPr/>
        <a:lstStyle/>
        <a:p>
          <a:endParaRPr lang="en-US"/>
        </a:p>
      </dgm:t>
    </dgm:pt>
    <dgm:pt modelId="{45E0F35C-DF59-4087-9E41-1AEFE43808FD}">
      <dgm:prSet/>
      <dgm:spPr/>
      <dgm:t>
        <a:bodyPr/>
        <a:lstStyle/>
        <a:p>
          <a:pPr>
            <a:defRPr cap="all"/>
          </a:pPr>
          <a:r>
            <a:rPr lang="en-US"/>
            <a:t>Called by frontend and checkout</a:t>
          </a:r>
        </a:p>
      </dgm:t>
    </dgm:pt>
    <dgm:pt modelId="{B8773ABD-F09D-4B6F-8D46-73F70E8FCD3C}" type="parTrans" cxnId="{38830914-9C19-4656-8963-279CC82D8F72}">
      <dgm:prSet/>
      <dgm:spPr/>
      <dgm:t>
        <a:bodyPr/>
        <a:lstStyle/>
        <a:p>
          <a:endParaRPr lang="en-US"/>
        </a:p>
      </dgm:t>
    </dgm:pt>
    <dgm:pt modelId="{C91A4569-6AD1-4A27-B0FA-ADE1B7DECA1B}" type="sibTrans" cxnId="{38830914-9C19-4656-8963-279CC82D8F72}">
      <dgm:prSet/>
      <dgm:spPr/>
      <dgm:t>
        <a:bodyPr/>
        <a:lstStyle/>
        <a:p>
          <a:endParaRPr lang="en-US"/>
        </a:p>
      </dgm:t>
    </dgm:pt>
    <dgm:pt modelId="{550B9E9E-1AF8-4FF4-BE93-FA2F47B266A5}">
      <dgm:prSet/>
      <dgm:spPr/>
      <dgm:t>
        <a:bodyPr/>
        <a:lstStyle/>
        <a:p>
          <a:pPr>
            <a:defRPr cap="all"/>
          </a:pPr>
          <a:r>
            <a:rPr lang="en-US"/>
            <a:t>Emits spans, metrics, and logs via OTel SDK</a:t>
          </a:r>
        </a:p>
      </dgm:t>
    </dgm:pt>
    <dgm:pt modelId="{472CB0BB-2552-4C96-8E2D-963DF309EE6E}" type="parTrans" cxnId="{3675D9F4-9443-48D1-B593-B8535853E704}">
      <dgm:prSet/>
      <dgm:spPr/>
      <dgm:t>
        <a:bodyPr/>
        <a:lstStyle/>
        <a:p>
          <a:endParaRPr lang="en-US"/>
        </a:p>
      </dgm:t>
    </dgm:pt>
    <dgm:pt modelId="{D9F893CB-28F8-41C5-9ED2-7B22FADD9330}" type="sibTrans" cxnId="{3675D9F4-9443-48D1-B593-B8535853E704}">
      <dgm:prSet/>
      <dgm:spPr/>
      <dgm:t>
        <a:bodyPr/>
        <a:lstStyle/>
        <a:p>
          <a:endParaRPr lang="en-US"/>
        </a:p>
      </dgm:t>
    </dgm:pt>
    <dgm:pt modelId="{4D08524A-A802-4D80-9A76-29C550203551}" type="pres">
      <dgm:prSet presAssocID="{802D9B2F-EF56-4956-B40C-C24F16AA1BD7}" presName="root" presStyleCnt="0">
        <dgm:presLayoutVars>
          <dgm:dir/>
          <dgm:resizeHandles val="exact"/>
        </dgm:presLayoutVars>
      </dgm:prSet>
      <dgm:spPr/>
    </dgm:pt>
    <dgm:pt modelId="{5776A962-569A-44D2-BE03-EB1F10BCA57E}" type="pres">
      <dgm:prSet presAssocID="{51983775-ABCA-47E5-B475-C4704DBDB0A0}" presName="compNode" presStyleCnt="0"/>
      <dgm:spPr/>
    </dgm:pt>
    <dgm:pt modelId="{B9664221-FB4C-4A00-B609-8E5C7A79F387}" type="pres">
      <dgm:prSet presAssocID="{51983775-ABCA-47E5-B475-C4704DBDB0A0}" presName="iconBgRect" presStyleLbl="bgShp" presStyleIdx="0" presStyleCnt="4"/>
      <dgm:spPr/>
    </dgm:pt>
    <dgm:pt modelId="{8E4DB49E-0481-4262-A2D7-A0F8D24598CD}" type="pres">
      <dgm:prSet presAssocID="{51983775-ABCA-47E5-B475-C4704DBDB0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FE534689-B6D9-483D-B001-41A4A2067C41}" type="pres">
      <dgm:prSet presAssocID="{51983775-ABCA-47E5-B475-C4704DBDB0A0}" presName="spaceRect" presStyleCnt="0"/>
      <dgm:spPr/>
    </dgm:pt>
    <dgm:pt modelId="{1C21E5DA-AFEC-4D83-89EF-40D33C89A08F}" type="pres">
      <dgm:prSet presAssocID="{51983775-ABCA-47E5-B475-C4704DBDB0A0}" presName="textRect" presStyleLbl="revTx" presStyleIdx="0" presStyleCnt="4">
        <dgm:presLayoutVars>
          <dgm:chMax val="1"/>
          <dgm:chPref val="1"/>
        </dgm:presLayoutVars>
      </dgm:prSet>
      <dgm:spPr/>
    </dgm:pt>
    <dgm:pt modelId="{0574D6AD-5B93-4255-B9D4-29B431B6D2C6}" type="pres">
      <dgm:prSet presAssocID="{D3DEBA1A-1A4A-4CEE-B241-2BBBE3E50B2D}" presName="sibTrans" presStyleCnt="0"/>
      <dgm:spPr/>
    </dgm:pt>
    <dgm:pt modelId="{F5AEC7E8-DFA9-490E-A298-32501982F341}" type="pres">
      <dgm:prSet presAssocID="{7BBF6867-D50A-41AD-B64E-F4335BAD8D2F}" presName="compNode" presStyleCnt="0"/>
      <dgm:spPr/>
    </dgm:pt>
    <dgm:pt modelId="{B11AE437-1460-404A-9DF9-7A1541902ED0}" type="pres">
      <dgm:prSet presAssocID="{7BBF6867-D50A-41AD-B64E-F4335BAD8D2F}" presName="iconBgRect" presStyleLbl="bgShp" presStyleIdx="1" presStyleCnt="4"/>
      <dgm:spPr/>
    </dgm:pt>
    <dgm:pt modelId="{2EF2DF4D-1620-4169-B1A3-E5523D485D66}" type="pres">
      <dgm:prSet presAssocID="{7BBF6867-D50A-41AD-B64E-F4335BAD8D2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B864768-CE1C-4990-ACE5-209EB53F924B}" type="pres">
      <dgm:prSet presAssocID="{7BBF6867-D50A-41AD-B64E-F4335BAD8D2F}" presName="spaceRect" presStyleCnt="0"/>
      <dgm:spPr/>
    </dgm:pt>
    <dgm:pt modelId="{C224C6DC-CA40-44B4-8BC2-38A2CFB75669}" type="pres">
      <dgm:prSet presAssocID="{7BBF6867-D50A-41AD-B64E-F4335BAD8D2F}" presName="textRect" presStyleLbl="revTx" presStyleIdx="1" presStyleCnt="4">
        <dgm:presLayoutVars>
          <dgm:chMax val="1"/>
          <dgm:chPref val="1"/>
        </dgm:presLayoutVars>
      </dgm:prSet>
      <dgm:spPr/>
    </dgm:pt>
    <dgm:pt modelId="{E9E7856D-91C5-4D15-B07C-B618431A498D}" type="pres">
      <dgm:prSet presAssocID="{D654D3D8-DF2D-4453-A374-6157FDF07B10}" presName="sibTrans" presStyleCnt="0"/>
      <dgm:spPr/>
    </dgm:pt>
    <dgm:pt modelId="{272F9E14-11E7-4CA6-A2D2-4786505A063A}" type="pres">
      <dgm:prSet presAssocID="{45E0F35C-DF59-4087-9E41-1AEFE43808FD}" presName="compNode" presStyleCnt="0"/>
      <dgm:spPr/>
    </dgm:pt>
    <dgm:pt modelId="{3AADEE2D-9174-49ED-8E11-4C38BD151B4E}" type="pres">
      <dgm:prSet presAssocID="{45E0F35C-DF59-4087-9E41-1AEFE43808FD}" presName="iconBgRect" presStyleLbl="bgShp" presStyleIdx="2" presStyleCnt="4"/>
      <dgm:spPr/>
    </dgm:pt>
    <dgm:pt modelId="{F44B5FA2-83BB-4608-9F35-9341D23592EA}" type="pres">
      <dgm:prSet presAssocID="{45E0F35C-DF59-4087-9E41-1AEFE43808F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95CE9C9-6847-4EEC-9401-7C13F7A3B5EF}" type="pres">
      <dgm:prSet presAssocID="{45E0F35C-DF59-4087-9E41-1AEFE43808FD}" presName="spaceRect" presStyleCnt="0"/>
      <dgm:spPr/>
    </dgm:pt>
    <dgm:pt modelId="{CECA3AA5-F2F8-4B78-B842-984D9D08A912}" type="pres">
      <dgm:prSet presAssocID="{45E0F35C-DF59-4087-9E41-1AEFE43808FD}" presName="textRect" presStyleLbl="revTx" presStyleIdx="2" presStyleCnt="4">
        <dgm:presLayoutVars>
          <dgm:chMax val="1"/>
          <dgm:chPref val="1"/>
        </dgm:presLayoutVars>
      </dgm:prSet>
      <dgm:spPr/>
    </dgm:pt>
    <dgm:pt modelId="{58ABF1B0-C411-4652-AD3A-E508DC7D14F4}" type="pres">
      <dgm:prSet presAssocID="{C91A4569-6AD1-4A27-B0FA-ADE1B7DECA1B}" presName="sibTrans" presStyleCnt="0"/>
      <dgm:spPr/>
    </dgm:pt>
    <dgm:pt modelId="{98D9AFA1-1ACF-472B-A21F-68CD73A23483}" type="pres">
      <dgm:prSet presAssocID="{550B9E9E-1AF8-4FF4-BE93-FA2F47B266A5}" presName="compNode" presStyleCnt="0"/>
      <dgm:spPr/>
    </dgm:pt>
    <dgm:pt modelId="{3FACBC55-FEB7-480E-B1A6-F2333940344D}" type="pres">
      <dgm:prSet presAssocID="{550B9E9E-1AF8-4FF4-BE93-FA2F47B266A5}" presName="iconBgRect" presStyleLbl="bgShp" presStyleIdx="3" presStyleCnt="4"/>
      <dgm:spPr/>
    </dgm:pt>
    <dgm:pt modelId="{B07B8BD4-4921-4695-BC00-3DA2C4CAA409}" type="pres">
      <dgm:prSet presAssocID="{550B9E9E-1AF8-4FF4-BE93-FA2F47B266A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A5933B0-F2A5-4BA2-87E2-66C43A42AEFF}" type="pres">
      <dgm:prSet presAssocID="{550B9E9E-1AF8-4FF4-BE93-FA2F47B266A5}" presName="spaceRect" presStyleCnt="0"/>
      <dgm:spPr/>
    </dgm:pt>
    <dgm:pt modelId="{F46D9B91-4F66-47DE-8854-67168B6E123D}" type="pres">
      <dgm:prSet presAssocID="{550B9E9E-1AF8-4FF4-BE93-FA2F47B266A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C8BFE08-86C7-459C-BAD3-F6EC8D2D9FD3}" type="presOf" srcId="{7BBF6867-D50A-41AD-B64E-F4335BAD8D2F}" destId="{C224C6DC-CA40-44B4-8BC2-38A2CFB75669}" srcOrd="0" destOrd="0" presId="urn:microsoft.com/office/officeart/2018/5/layout/IconCircleLabelList"/>
    <dgm:cxn modelId="{1142D00D-EC9F-4BDB-93F4-A592D3F4DBEE}" srcId="{802D9B2F-EF56-4956-B40C-C24F16AA1BD7}" destId="{7BBF6867-D50A-41AD-B64E-F4335BAD8D2F}" srcOrd="1" destOrd="0" parTransId="{E22000F0-F18B-4490-AE7A-B9D37FE09C54}" sibTransId="{D654D3D8-DF2D-4453-A374-6157FDF07B10}"/>
    <dgm:cxn modelId="{38830914-9C19-4656-8963-279CC82D8F72}" srcId="{802D9B2F-EF56-4956-B40C-C24F16AA1BD7}" destId="{45E0F35C-DF59-4087-9E41-1AEFE43808FD}" srcOrd="2" destOrd="0" parTransId="{B8773ABD-F09D-4B6F-8D46-73F70E8FCD3C}" sibTransId="{C91A4569-6AD1-4A27-B0FA-ADE1B7DECA1B}"/>
    <dgm:cxn modelId="{4A034533-8AC8-4D87-B9CB-31733A4FD6EB}" type="presOf" srcId="{802D9B2F-EF56-4956-B40C-C24F16AA1BD7}" destId="{4D08524A-A802-4D80-9A76-29C550203551}" srcOrd="0" destOrd="0" presId="urn:microsoft.com/office/officeart/2018/5/layout/IconCircleLabelList"/>
    <dgm:cxn modelId="{512E9C39-E3F2-4DF4-88E8-8B9236A570B1}" type="presOf" srcId="{45E0F35C-DF59-4087-9E41-1AEFE43808FD}" destId="{CECA3AA5-F2F8-4B78-B842-984D9D08A912}" srcOrd="0" destOrd="0" presId="urn:microsoft.com/office/officeart/2018/5/layout/IconCircleLabelList"/>
    <dgm:cxn modelId="{1332223A-2C9F-45C5-859B-3A4209F68F9C}" type="presOf" srcId="{51983775-ABCA-47E5-B475-C4704DBDB0A0}" destId="{1C21E5DA-AFEC-4D83-89EF-40D33C89A08F}" srcOrd="0" destOrd="0" presId="urn:microsoft.com/office/officeart/2018/5/layout/IconCircleLabelList"/>
    <dgm:cxn modelId="{7D73BE87-D9F3-440E-875E-CD87232AE895}" srcId="{802D9B2F-EF56-4956-B40C-C24F16AA1BD7}" destId="{51983775-ABCA-47E5-B475-C4704DBDB0A0}" srcOrd="0" destOrd="0" parTransId="{1AAD098D-62CD-4890-A9D5-C23186AF7678}" sibTransId="{D3DEBA1A-1A4A-4CEE-B241-2BBBE3E50B2D}"/>
    <dgm:cxn modelId="{EB47BCEB-8A4E-4CCD-9A2A-5C20E3489C13}" type="presOf" srcId="{550B9E9E-1AF8-4FF4-BE93-FA2F47B266A5}" destId="{F46D9B91-4F66-47DE-8854-67168B6E123D}" srcOrd="0" destOrd="0" presId="urn:microsoft.com/office/officeart/2018/5/layout/IconCircleLabelList"/>
    <dgm:cxn modelId="{3675D9F4-9443-48D1-B593-B8535853E704}" srcId="{802D9B2F-EF56-4956-B40C-C24F16AA1BD7}" destId="{550B9E9E-1AF8-4FF4-BE93-FA2F47B266A5}" srcOrd="3" destOrd="0" parTransId="{472CB0BB-2552-4C96-8E2D-963DF309EE6E}" sibTransId="{D9F893CB-28F8-41C5-9ED2-7B22FADD9330}"/>
    <dgm:cxn modelId="{B70FB521-DB00-4C49-941D-A32CDFF0B66E}" type="presParOf" srcId="{4D08524A-A802-4D80-9A76-29C550203551}" destId="{5776A962-569A-44D2-BE03-EB1F10BCA57E}" srcOrd="0" destOrd="0" presId="urn:microsoft.com/office/officeart/2018/5/layout/IconCircleLabelList"/>
    <dgm:cxn modelId="{B0554DEA-C8CD-44CA-98E6-11B20FBD5647}" type="presParOf" srcId="{5776A962-569A-44D2-BE03-EB1F10BCA57E}" destId="{B9664221-FB4C-4A00-B609-8E5C7A79F387}" srcOrd="0" destOrd="0" presId="urn:microsoft.com/office/officeart/2018/5/layout/IconCircleLabelList"/>
    <dgm:cxn modelId="{BC3BF7AE-7CF7-4737-9D7F-869A8A744606}" type="presParOf" srcId="{5776A962-569A-44D2-BE03-EB1F10BCA57E}" destId="{8E4DB49E-0481-4262-A2D7-A0F8D24598CD}" srcOrd="1" destOrd="0" presId="urn:microsoft.com/office/officeart/2018/5/layout/IconCircleLabelList"/>
    <dgm:cxn modelId="{341E9A4D-7D7C-4F03-965C-C55C51393E93}" type="presParOf" srcId="{5776A962-569A-44D2-BE03-EB1F10BCA57E}" destId="{FE534689-B6D9-483D-B001-41A4A2067C41}" srcOrd="2" destOrd="0" presId="urn:microsoft.com/office/officeart/2018/5/layout/IconCircleLabelList"/>
    <dgm:cxn modelId="{93D0F481-D414-4D0E-A2FB-3768ED0F447C}" type="presParOf" srcId="{5776A962-569A-44D2-BE03-EB1F10BCA57E}" destId="{1C21E5DA-AFEC-4D83-89EF-40D33C89A08F}" srcOrd="3" destOrd="0" presId="urn:microsoft.com/office/officeart/2018/5/layout/IconCircleLabelList"/>
    <dgm:cxn modelId="{0D140D1E-6271-4217-9B2F-C6A92BDDF103}" type="presParOf" srcId="{4D08524A-A802-4D80-9A76-29C550203551}" destId="{0574D6AD-5B93-4255-B9D4-29B431B6D2C6}" srcOrd="1" destOrd="0" presId="urn:microsoft.com/office/officeart/2018/5/layout/IconCircleLabelList"/>
    <dgm:cxn modelId="{7B711B75-1950-43B2-9A59-7EE42153845A}" type="presParOf" srcId="{4D08524A-A802-4D80-9A76-29C550203551}" destId="{F5AEC7E8-DFA9-490E-A298-32501982F341}" srcOrd="2" destOrd="0" presId="urn:microsoft.com/office/officeart/2018/5/layout/IconCircleLabelList"/>
    <dgm:cxn modelId="{12E1BE8C-6D56-4266-A34D-B4EB23EE9FD1}" type="presParOf" srcId="{F5AEC7E8-DFA9-490E-A298-32501982F341}" destId="{B11AE437-1460-404A-9DF9-7A1541902ED0}" srcOrd="0" destOrd="0" presId="urn:microsoft.com/office/officeart/2018/5/layout/IconCircleLabelList"/>
    <dgm:cxn modelId="{DF527711-4F8C-49FE-8455-B03464FC5B84}" type="presParOf" srcId="{F5AEC7E8-DFA9-490E-A298-32501982F341}" destId="{2EF2DF4D-1620-4169-B1A3-E5523D485D66}" srcOrd="1" destOrd="0" presId="urn:microsoft.com/office/officeart/2018/5/layout/IconCircleLabelList"/>
    <dgm:cxn modelId="{C8CB4030-8416-48CA-8480-4422C667ADC1}" type="presParOf" srcId="{F5AEC7E8-DFA9-490E-A298-32501982F341}" destId="{FB864768-CE1C-4990-ACE5-209EB53F924B}" srcOrd="2" destOrd="0" presId="urn:microsoft.com/office/officeart/2018/5/layout/IconCircleLabelList"/>
    <dgm:cxn modelId="{8A32C866-84D4-454B-896B-D2C398F6251A}" type="presParOf" srcId="{F5AEC7E8-DFA9-490E-A298-32501982F341}" destId="{C224C6DC-CA40-44B4-8BC2-38A2CFB75669}" srcOrd="3" destOrd="0" presId="urn:microsoft.com/office/officeart/2018/5/layout/IconCircleLabelList"/>
    <dgm:cxn modelId="{1CF9952C-7B78-4B60-8110-3790C9C866E4}" type="presParOf" srcId="{4D08524A-A802-4D80-9A76-29C550203551}" destId="{E9E7856D-91C5-4D15-B07C-B618431A498D}" srcOrd="3" destOrd="0" presId="urn:microsoft.com/office/officeart/2018/5/layout/IconCircleLabelList"/>
    <dgm:cxn modelId="{E097F06C-DBB7-4B4F-8106-C242C83D801C}" type="presParOf" srcId="{4D08524A-A802-4D80-9A76-29C550203551}" destId="{272F9E14-11E7-4CA6-A2D2-4786505A063A}" srcOrd="4" destOrd="0" presId="urn:microsoft.com/office/officeart/2018/5/layout/IconCircleLabelList"/>
    <dgm:cxn modelId="{A55E93EF-E868-4CF9-9447-9A4088E45FD4}" type="presParOf" srcId="{272F9E14-11E7-4CA6-A2D2-4786505A063A}" destId="{3AADEE2D-9174-49ED-8E11-4C38BD151B4E}" srcOrd="0" destOrd="0" presId="urn:microsoft.com/office/officeart/2018/5/layout/IconCircleLabelList"/>
    <dgm:cxn modelId="{A91D01AD-D22E-4731-A1EF-00014DD112CB}" type="presParOf" srcId="{272F9E14-11E7-4CA6-A2D2-4786505A063A}" destId="{F44B5FA2-83BB-4608-9F35-9341D23592EA}" srcOrd="1" destOrd="0" presId="urn:microsoft.com/office/officeart/2018/5/layout/IconCircleLabelList"/>
    <dgm:cxn modelId="{F794549E-5A18-4087-A36F-3D4E407BB455}" type="presParOf" srcId="{272F9E14-11E7-4CA6-A2D2-4786505A063A}" destId="{895CE9C9-6847-4EEC-9401-7C13F7A3B5EF}" srcOrd="2" destOrd="0" presId="urn:microsoft.com/office/officeart/2018/5/layout/IconCircleLabelList"/>
    <dgm:cxn modelId="{7C61FF7C-4641-4C6E-AAA4-F26BAA476E7B}" type="presParOf" srcId="{272F9E14-11E7-4CA6-A2D2-4786505A063A}" destId="{CECA3AA5-F2F8-4B78-B842-984D9D08A912}" srcOrd="3" destOrd="0" presId="urn:microsoft.com/office/officeart/2018/5/layout/IconCircleLabelList"/>
    <dgm:cxn modelId="{E987292D-86B9-472D-A8F2-768BE54D61F0}" type="presParOf" srcId="{4D08524A-A802-4D80-9A76-29C550203551}" destId="{58ABF1B0-C411-4652-AD3A-E508DC7D14F4}" srcOrd="5" destOrd="0" presId="urn:microsoft.com/office/officeart/2018/5/layout/IconCircleLabelList"/>
    <dgm:cxn modelId="{E20CE620-EDB4-4483-A23C-310D4D677611}" type="presParOf" srcId="{4D08524A-A802-4D80-9A76-29C550203551}" destId="{98D9AFA1-1ACF-472B-A21F-68CD73A23483}" srcOrd="6" destOrd="0" presId="urn:microsoft.com/office/officeart/2018/5/layout/IconCircleLabelList"/>
    <dgm:cxn modelId="{724E61E8-D6F7-4085-8333-48DD6CD207AB}" type="presParOf" srcId="{98D9AFA1-1ACF-472B-A21F-68CD73A23483}" destId="{3FACBC55-FEB7-480E-B1A6-F2333940344D}" srcOrd="0" destOrd="0" presId="urn:microsoft.com/office/officeart/2018/5/layout/IconCircleLabelList"/>
    <dgm:cxn modelId="{B8526ECA-199B-43A6-947C-EB7F5B4D4B4D}" type="presParOf" srcId="{98D9AFA1-1ACF-472B-A21F-68CD73A23483}" destId="{B07B8BD4-4921-4695-BC00-3DA2C4CAA409}" srcOrd="1" destOrd="0" presId="urn:microsoft.com/office/officeart/2018/5/layout/IconCircleLabelList"/>
    <dgm:cxn modelId="{96E5AC08-F7F9-41A3-9425-71D26002CC0D}" type="presParOf" srcId="{98D9AFA1-1ACF-472B-A21F-68CD73A23483}" destId="{9A5933B0-F2A5-4BA2-87E2-66C43A42AEFF}" srcOrd="2" destOrd="0" presId="urn:microsoft.com/office/officeart/2018/5/layout/IconCircleLabelList"/>
    <dgm:cxn modelId="{2C686674-1021-4FC3-9FB1-4A3240C26D18}" type="presParOf" srcId="{98D9AFA1-1ACF-472B-A21F-68CD73A23483}" destId="{F46D9B91-4F66-47DE-8854-67168B6E123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1690D3-E854-479A-8B5C-6AF92935EF4F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8B0E4E3-6EF8-464E-A11D-30CC0E4722C6}">
      <dgm:prSet/>
      <dgm:spPr/>
      <dgm:t>
        <a:bodyPr/>
        <a:lstStyle/>
        <a:p>
          <a:r>
            <a:rPr lang="en-US"/>
            <a:t>Handles payment authorization</a:t>
          </a:r>
        </a:p>
      </dgm:t>
    </dgm:pt>
    <dgm:pt modelId="{02AA7CB9-A6A8-43B2-8EC4-E3A4AFD4DF65}" type="parTrans" cxnId="{987A8DE1-73E8-4EAC-A082-27C0D41CEAE4}">
      <dgm:prSet/>
      <dgm:spPr/>
      <dgm:t>
        <a:bodyPr/>
        <a:lstStyle/>
        <a:p>
          <a:endParaRPr lang="en-US"/>
        </a:p>
      </dgm:t>
    </dgm:pt>
    <dgm:pt modelId="{57410AE7-4ABD-4A45-830F-C2EED89BD75D}" type="sibTrans" cxnId="{987A8DE1-73E8-4EAC-A082-27C0D41CEAE4}">
      <dgm:prSet/>
      <dgm:spPr/>
      <dgm:t>
        <a:bodyPr/>
        <a:lstStyle/>
        <a:p>
          <a:endParaRPr lang="en-US"/>
        </a:p>
      </dgm:t>
    </dgm:pt>
    <dgm:pt modelId="{9F6F0F1D-AA20-416E-805B-9FE5F694C7AC}">
      <dgm:prSet/>
      <dgm:spPr/>
      <dgm:t>
        <a:bodyPr/>
        <a:lstStyle/>
        <a:p>
          <a:r>
            <a:rPr lang="en-US"/>
            <a:t>Publishes Kafka events for fraud detection</a:t>
          </a:r>
        </a:p>
      </dgm:t>
    </dgm:pt>
    <dgm:pt modelId="{FB9E8430-F1FD-446D-AB84-10450F800BFC}" type="parTrans" cxnId="{1C10E8A7-B576-4323-980E-E7CFEBF0746B}">
      <dgm:prSet/>
      <dgm:spPr/>
      <dgm:t>
        <a:bodyPr/>
        <a:lstStyle/>
        <a:p>
          <a:endParaRPr lang="en-US"/>
        </a:p>
      </dgm:t>
    </dgm:pt>
    <dgm:pt modelId="{27D4BFD8-FA64-4F48-AC94-2BC2CD0AE52D}" type="sibTrans" cxnId="{1C10E8A7-B576-4323-980E-E7CFEBF0746B}">
      <dgm:prSet/>
      <dgm:spPr/>
      <dgm:t>
        <a:bodyPr/>
        <a:lstStyle/>
        <a:p>
          <a:endParaRPr lang="en-US"/>
        </a:p>
      </dgm:t>
    </dgm:pt>
    <dgm:pt modelId="{D1ACD156-D106-44AB-B443-D84A52B30CA2}">
      <dgm:prSet/>
      <dgm:spPr/>
      <dgm:t>
        <a:bodyPr/>
        <a:lstStyle/>
        <a:p>
          <a:r>
            <a:rPr lang="en-US"/>
            <a:t>Critical for end‑to‑end tracing</a:t>
          </a:r>
        </a:p>
      </dgm:t>
    </dgm:pt>
    <dgm:pt modelId="{49D31B77-8C74-4144-9C0D-4121B48B6218}" type="parTrans" cxnId="{4133AEF6-0DF1-41F3-A62F-F8D02BA41463}">
      <dgm:prSet/>
      <dgm:spPr/>
      <dgm:t>
        <a:bodyPr/>
        <a:lstStyle/>
        <a:p>
          <a:endParaRPr lang="en-US"/>
        </a:p>
      </dgm:t>
    </dgm:pt>
    <dgm:pt modelId="{0B0F5FCB-5D09-4ACE-89D9-E25FF21C0541}" type="sibTrans" cxnId="{4133AEF6-0DF1-41F3-A62F-F8D02BA41463}">
      <dgm:prSet/>
      <dgm:spPr/>
      <dgm:t>
        <a:bodyPr/>
        <a:lstStyle/>
        <a:p>
          <a:endParaRPr lang="en-US"/>
        </a:p>
      </dgm:t>
    </dgm:pt>
    <dgm:pt modelId="{6FBEEFB8-60E0-406E-9CB7-FFB0C1911A91}">
      <dgm:prSet/>
      <dgm:spPr/>
      <dgm:t>
        <a:bodyPr/>
        <a:lstStyle/>
        <a:p>
          <a:r>
            <a:rPr lang="en-US"/>
            <a:t>Provides latency/error metrics for observability</a:t>
          </a:r>
        </a:p>
      </dgm:t>
    </dgm:pt>
    <dgm:pt modelId="{7F36120F-11F3-44B1-BDD0-E1250B2A34C7}" type="parTrans" cxnId="{228D6B74-A4A1-4A59-BE3E-496665DFF95B}">
      <dgm:prSet/>
      <dgm:spPr/>
      <dgm:t>
        <a:bodyPr/>
        <a:lstStyle/>
        <a:p>
          <a:endParaRPr lang="en-US"/>
        </a:p>
      </dgm:t>
    </dgm:pt>
    <dgm:pt modelId="{2A83D678-32FF-4A32-A0BE-10409EDADB1D}" type="sibTrans" cxnId="{228D6B74-A4A1-4A59-BE3E-496665DFF95B}">
      <dgm:prSet/>
      <dgm:spPr/>
      <dgm:t>
        <a:bodyPr/>
        <a:lstStyle/>
        <a:p>
          <a:endParaRPr lang="en-US"/>
        </a:p>
      </dgm:t>
    </dgm:pt>
    <dgm:pt modelId="{4A0CA3C9-0DA2-47E8-A775-1FF8FBCDA669}" type="pres">
      <dgm:prSet presAssocID="{101690D3-E854-479A-8B5C-6AF92935EF4F}" presName="matrix" presStyleCnt="0">
        <dgm:presLayoutVars>
          <dgm:chMax val="1"/>
          <dgm:dir/>
          <dgm:resizeHandles val="exact"/>
        </dgm:presLayoutVars>
      </dgm:prSet>
      <dgm:spPr/>
    </dgm:pt>
    <dgm:pt modelId="{C5B7FEBF-8CBA-41D3-9012-6A45A4913FD5}" type="pres">
      <dgm:prSet presAssocID="{101690D3-E854-479A-8B5C-6AF92935EF4F}" presName="diamond" presStyleLbl="bgShp" presStyleIdx="0" presStyleCnt="1"/>
      <dgm:spPr/>
    </dgm:pt>
    <dgm:pt modelId="{EDF06897-1984-41E4-9D82-9AF9C2D31640}" type="pres">
      <dgm:prSet presAssocID="{101690D3-E854-479A-8B5C-6AF92935EF4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C099D25-98EB-4EF5-8A6C-47CB2AC02585}" type="pres">
      <dgm:prSet presAssocID="{101690D3-E854-479A-8B5C-6AF92935EF4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967F158-907F-4FA6-844B-AA6BE58E711A}" type="pres">
      <dgm:prSet presAssocID="{101690D3-E854-479A-8B5C-6AF92935EF4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8532BE0-8E2E-4082-8BDB-5D6D97227759}" type="pres">
      <dgm:prSet presAssocID="{101690D3-E854-479A-8B5C-6AF92935EF4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488F627-4FE6-4AC3-914F-7097F596FEFB}" type="presOf" srcId="{101690D3-E854-479A-8B5C-6AF92935EF4F}" destId="{4A0CA3C9-0DA2-47E8-A775-1FF8FBCDA669}" srcOrd="0" destOrd="0" presId="urn:microsoft.com/office/officeart/2005/8/layout/matrix3"/>
    <dgm:cxn modelId="{3EA17148-D6DE-41A3-8AFD-AAA8E42332EB}" type="presOf" srcId="{9F6F0F1D-AA20-416E-805B-9FE5F694C7AC}" destId="{0C099D25-98EB-4EF5-8A6C-47CB2AC02585}" srcOrd="0" destOrd="0" presId="urn:microsoft.com/office/officeart/2005/8/layout/matrix3"/>
    <dgm:cxn modelId="{228D6B74-A4A1-4A59-BE3E-496665DFF95B}" srcId="{101690D3-E854-479A-8B5C-6AF92935EF4F}" destId="{6FBEEFB8-60E0-406E-9CB7-FFB0C1911A91}" srcOrd="3" destOrd="0" parTransId="{7F36120F-11F3-44B1-BDD0-E1250B2A34C7}" sibTransId="{2A83D678-32FF-4A32-A0BE-10409EDADB1D}"/>
    <dgm:cxn modelId="{971F3588-FA53-4D38-9667-F81A0AA11F20}" type="presOf" srcId="{18B0E4E3-6EF8-464E-A11D-30CC0E4722C6}" destId="{EDF06897-1984-41E4-9D82-9AF9C2D31640}" srcOrd="0" destOrd="0" presId="urn:microsoft.com/office/officeart/2005/8/layout/matrix3"/>
    <dgm:cxn modelId="{1C10E8A7-B576-4323-980E-E7CFEBF0746B}" srcId="{101690D3-E854-479A-8B5C-6AF92935EF4F}" destId="{9F6F0F1D-AA20-416E-805B-9FE5F694C7AC}" srcOrd="1" destOrd="0" parTransId="{FB9E8430-F1FD-446D-AB84-10450F800BFC}" sibTransId="{27D4BFD8-FA64-4F48-AC94-2BC2CD0AE52D}"/>
    <dgm:cxn modelId="{8F0305DA-A689-42DE-A1D0-C0D1FCD43009}" type="presOf" srcId="{6FBEEFB8-60E0-406E-9CB7-FFB0C1911A91}" destId="{18532BE0-8E2E-4082-8BDB-5D6D97227759}" srcOrd="0" destOrd="0" presId="urn:microsoft.com/office/officeart/2005/8/layout/matrix3"/>
    <dgm:cxn modelId="{987A8DE1-73E8-4EAC-A082-27C0D41CEAE4}" srcId="{101690D3-E854-479A-8B5C-6AF92935EF4F}" destId="{18B0E4E3-6EF8-464E-A11D-30CC0E4722C6}" srcOrd="0" destOrd="0" parTransId="{02AA7CB9-A6A8-43B2-8EC4-E3A4AFD4DF65}" sibTransId="{57410AE7-4ABD-4A45-830F-C2EED89BD75D}"/>
    <dgm:cxn modelId="{027543E3-27B5-4258-BA1E-7FF5072F4D42}" type="presOf" srcId="{D1ACD156-D106-44AB-B443-D84A52B30CA2}" destId="{B967F158-907F-4FA6-844B-AA6BE58E711A}" srcOrd="0" destOrd="0" presId="urn:microsoft.com/office/officeart/2005/8/layout/matrix3"/>
    <dgm:cxn modelId="{4133AEF6-0DF1-41F3-A62F-F8D02BA41463}" srcId="{101690D3-E854-479A-8B5C-6AF92935EF4F}" destId="{D1ACD156-D106-44AB-B443-D84A52B30CA2}" srcOrd="2" destOrd="0" parTransId="{49D31B77-8C74-4144-9C0D-4121B48B6218}" sibTransId="{0B0F5FCB-5D09-4ACE-89D9-E25FF21C0541}"/>
    <dgm:cxn modelId="{20410481-97EA-4680-89EA-FD4067900A7F}" type="presParOf" srcId="{4A0CA3C9-0DA2-47E8-A775-1FF8FBCDA669}" destId="{C5B7FEBF-8CBA-41D3-9012-6A45A4913FD5}" srcOrd="0" destOrd="0" presId="urn:microsoft.com/office/officeart/2005/8/layout/matrix3"/>
    <dgm:cxn modelId="{A12A6CF7-960F-422E-882E-7907D4B38EA4}" type="presParOf" srcId="{4A0CA3C9-0DA2-47E8-A775-1FF8FBCDA669}" destId="{EDF06897-1984-41E4-9D82-9AF9C2D31640}" srcOrd="1" destOrd="0" presId="urn:microsoft.com/office/officeart/2005/8/layout/matrix3"/>
    <dgm:cxn modelId="{2DB698B5-9DEF-4FBC-949A-92B11C74A8C2}" type="presParOf" srcId="{4A0CA3C9-0DA2-47E8-A775-1FF8FBCDA669}" destId="{0C099D25-98EB-4EF5-8A6C-47CB2AC02585}" srcOrd="2" destOrd="0" presId="urn:microsoft.com/office/officeart/2005/8/layout/matrix3"/>
    <dgm:cxn modelId="{1D5F6DE8-EA3D-42DA-874A-9C3BE38BB930}" type="presParOf" srcId="{4A0CA3C9-0DA2-47E8-A775-1FF8FBCDA669}" destId="{B967F158-907F-4FA6-844B-AA6BE58E711A}" srcOrd="3" destOrd="0" presId="urn:microsoft.com/office/officeart/2005/8/layout/matrix3"/>
    <dgm:cxn modelId="{63208783-7686-4A90-B8C5-3A193B4CD088}" type="presParOf" srcId="{4A0CA3C9-0DA2-47E8-A775-1FF8FBCDA669}" destId="{18532BE0-8E2E-4082-8BDB-5D6D9722775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AA945C-F1FB-4848-A952-B5F1D6434E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3C45D40-DAA6-44DE-948C-0EE0D73D7768}">
      <dgm:prSet/>
      <dgm:spPr/>
      <dgm:t>
        <a:bodyPr/>
        <a:lstStyle/>
        <a:p>
          <a:pPr>
            <a:defRPr cap="all"/>
          </a:pPr>
          <a:r>
            <a:rPr lang="en-US"/>
            <a:t>Scrapes metrics from OTel Collector</a:t>
          </a:r>
        </a:p>
      </dgm:t>
    </dgm:pt>
    <dgm:pt modelId="{356311A0-779D-4293-83C1-3F1BD92AE2CE}" type="parTrans" cxnId="{51D4254A-47CA-4BF2-ACCA-3794F27E8338}">
      <dgm:prSet/>
      <dgm:spPr/>
      <dgm:t>
        <a:bodyPr/>
        <a:lstStyle/>
        <a:p>
          <a:endParaRPr lang="en-US"/>
        </a:p>
      </dgm:t>
    </dgm:pt>
    <dgm:pt modelId="{F590617C-6631-4C8C-B4A7-C0429F1EAA7E}" type="sibTrans" cxnId="{51D4254A-47CA-4BF2-ACCA-3794F27E8338}">
      <dgm:prSet/>
      <dgm:spPr/>
      <dgm:t>
        <a:bodyPr/>
        <a:lstStyle/>
        <a:p>
          <a:endParaRPr lang="en-US"/>
        </a:p>
      </dgm:t>
    </dgm:pt>
    <dgm:pt modelId="{14466B0B-0C31-40E5-914C-E57E4DCE356B}">
      <dgm:prSet/>
      <dgm:spPr/>
      <dgm:t>
        <a:bodyPr/>
        <a:lstStyle/>
        <a:p>
          <a:pPr>
            <a:defRPr cap="all"/>
          </a:pPr>
          <a:r>
            <a:rPr lang="en-US"/>
            <a:t>Stores time‑series data</a:t>
          </a:r>
        </a:p>
      </dgm:t>
    </dgm:pt>
    <dgm:pt modelId="{7F801012-BDD7-42DC-9CB0-1A9008BE300B}" type="parTrans" cxnId="{BFE2FF08-14C2-4717-8FEB-1B26B518E4C9}">
      <dgm:prSet/>
      <dgm:spPr/>
      <dgm:t>
        <a:bodyPr/>
        <a:lstStyle/>
        <a:p>
          <a:endParaRPr lang="en-US"/>
        </a:p>
      </dgm:t>
    </dgm:pt>
    <dgm:pt modelId="{D8BB894D-7A65-49ED-BD3D-4E99562FAF04}" type="sibTrans" cxnId="{BFE2FF08-14C2-4717-8FEB-1B26B518E4C9}">
      <dgm:prSet/>
      <dgm:spPr/>
      <dgm:t>
        <a:bodyPr/>
        <a:lstStyle/>
        <a:p>
          <a:endParaRPr lang="en-US"/>
        </a:p>
      </dgm:t>
    </dgm:pt>
    <dgm:pt modelId="{FB064C55-72E9-4327-BE44-50F13DD30F74}">
      <dgm:prSet/>
      <dgm:spPr/>
      <dgm:t>
        <a:bodyPr/>
        <a:lstStyle/>
        <a:p>
          <a:pPr>
            <a:defRPr cap="all"/>
          </a:pPr>
          <a:r>
            <a:rPr lang="en-US"/>
            <a:t>Tracks request count, errors, and latency</a:t>
          </a:r>
        </a:p>
      </dgm:t>
    </dgm:pt>
    <dgm:pt modelId="{53847417-B4B3-4F4D-881C-0F65CE5F3FDE}" type="parTrans" cxnId="{1EE6BD98-4439-4CD1-BA43-3B7AB780ECF8}">
      <dgm:prSet/>
      <dgm:spPr/>
      <dgm:t>
        <a:bodyPr/>
        <a:lstStyle/>
        <a:p>
          <a:endParaRPr lang="en-US"/>
        </a:p>
      </dgm:t>
    </dgm:pt>
    <dgm:pt modelId="{10995C20-7BCD-4C7E-B383-25B44A1C09DB}" type="sibTrans" cxnId="{1EE6BD98-4439-4CD1-BA43-3B7AB780ECF8}">
      <dgm:prSet/>
      <dgm:spPr/>
      <dgm:t>
        <a:bodyPr/>
        <a:lstStyle/>
        <a:p>
          <a:endParaRPr lang="en-US"/>
        </a:p>
      </dgm:t>
    </dgm:pt>
    <dgm:pt modelId="{36086447-1E11-4C69-B3C2-2185BAF8E533}">
      <dgm:prSet/>
      <dgm:spPr/>
      <dgm:t>
        <a:bodyPr/>
        <a:lstStyle/>
        <a:p>
          <a:pPr>
            <a:defRPr cap="all"/>
          </a:pPr>
          <a:r>
            <a:rPr lang="en-US"/>
            <a:t>Powers alerting and performance dashboards</a:t>
          </a:r>
        </a:p>
      </dgm:t>
    </dgm:pt>
    <dgm:pt modelId="{63CCD812-074F-47CD-A50D-01F549BD0DE8}" type="parTrans" cxnId="{0E2CD34E-5BDE-4B30-92C0-673EC5CBAA64}">
      <dgm:prSet/>
      <dgm:spPr/>
      <dgm:t>
        <a:bodyPr/>
        <a:lstStyle/>
        <a:p>
          <a:endParaRPr lang="en-US"/>
        </a:p>
      </dgm:t>
    </dgm:pt>
    <dgm:pt modelId="{7D191334-077E-45F7-9DA7-0F16C8E4A71C}" type="sibTrans" cxnId="{0E2CD34E-5BDE-4B30-92C0-673EC5CBAA64}">
      <dgm:prSet/>
      <dgm:spPr/>
      <dgm:t>
        <a:bodyPr/>
        <a:lstStyle/>
        <a:p>
          <a:endParaRPr lang="en-US"/>
        </a:p>
      </dgm:t>
    </dgm:pt>
    <dgm:pt modelId="{58C2C455-FB54-4AB1-9A09-070CC4D649B0}" type="pres">
      <dgm:prSet presAssocID="{77AA945C-F1FB-4848-A952-B5F1D6434E69}" presName="root" presStyleCnt="0">
        <dgm:presLayoutVars>
          <dgm:dir/>
          <dgm:resizeHandles val="exact"/>
        </dgm:presLayoutVars>
      </dgm:prSet>
      <dgm:spPr/>
    </dgm:pt>
    <dgm:pt modelId="{CFFB0FA3-BECA-4054-A109-1DADDCA43037}" type="pres">
      <dgm:prSet presAssocID="{23C45D40-DAA6-44DE-948C-0EE0D73D7768}" presName="compNode" presStyleCnt="0"/>
      <dgm:spPr/>
    </dgm:pt>
    <dgm:pt modelId="{4F9FE143-F8A1-4529-A3D6-234FFB61002A}" type="pres">
      <dgm:prSet presAssocID="{23C45D40-DAA6-44DE-948C-0EE0D73D7768}" presName="iconBgRect" presStyleLbl="bgShp" presStyleIdx="0" presStyleCnt="4"/>
      <dgm:spPr/>
    </dgm:pt>
    <dgm:pt modelId="{BCBEED9F-72AE-4C41-91D7-151A479B06A7}" type="pres">
      <dgm:prSet presAssocID="{23C45D40-DAA6-44DE-948C-0EE0D73D77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F3411447-35E2-4FAA-B399-D9ECB736B3AE}" type="pres">
      <dgm:prSet presAssocID="{23C45D40-DAA6-44DE-948C-0EE0D73D7768}" presName="spaceRect" presStyleCnt="0"/>
      <dgm:spPr/>
    </dgm:pt>
    <dgm:pt modelId="{AA0F2D76-DD34-4235-BFF9-C974AB2A42F2}" type="pres">
      <dgm:prSet presAssocID="{23C45D40-DAA6-44DE-948C-0EE0D73D7768}" presName="textRect" presStyleLbl="revTx" presStyleIdx="0" presStyleCnt="4">
        <dgm:presLayoutVars>
          <dgm:chMax val="1"/>
          <dgm:chPref val="1"/>
        </dgm:presLayoutVars>
      </dgm:prSet>
      <dgm:spPr/>
    </dgm:pt>
    <dgm:pt modelId="{568EC768-12B5-4650-BF44-1D6B708ED130}" type="pres">
      <dgm:prSet presAssocID="{F590617C-6631-4C8C-B4A7-C0429F1EAA7E}" presName="sibTrans" presStyleCnt="0"/>
      <dgm:spPr/>
    </dgm:pt>
    <dgm:pt modelId="{E2852282-07AD-4A02-A363-1079ADF1D1F6}" type="pres">
      <dgm:prSet presAssocID="{14466B0B-0C31-40E5-914C-E57E4DCE356B}" presName="compNode" presStyleCnt="0"/>
      <dgm:spPr/>
    </dgm:pt>
    <dgm:pt modelId="{793D3F70-E239-4CF9-8E46-09736BB89930}" type="pres">
      <dgm:prSet presAssocID="{14466B0B-0C31-40E5-914C-E57E4DCE356B}" presName="iconBgRect" presStyleLbl="bgShp" presStyleIdx="1" presStyleCnt="4"/>
      <dgm:spPr/>
    </dgm:pt>
    <dgm:pt modelId="{784E162B-8094-47B0-89C5-9881433DA727}" type="pres">
      <dgm:prSet presAssocID="{14466B0B-0C31-40E5-914C-E57E4DCE356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39A98AE-FF7A-4650-92EA-1DD42612D68D}" type="pres">
      <dgm:prSet presAssocID="{14466B0B-0C31-40E5-914C-E57E4DCE356B}" presName="spaceRect" presStyleCnt="0"/>
      <dgm:spPr/>
    </dgm:pt>
    <dgm:pt modelId="{11D3365E-7481-467A-9C7B-D31A60F36667}" type="pres">
      <dgm:prSet presAssocID="{14466B0B-0C31-40E5-914C-E57E4DCE356B}" presName="textRect" presStyleLbl="revTx" presStyleIdx="1" presStyleCnt="4">
        <dgm:presLayoutVars>
          <dgm:chMax val="1"/>
          <dgm:chPref val="1"/>
        </dgm:presLayoutVars>
      </dgm:prSet>
      <dgm:spPr/>
    </dgm:pt>
    <dgm:pt modelId="{93DBB3F1-CCC8-4709-8A80-45C06E71D861}" type="pres">
      <dgm:prSet presAssocID="{D8BB894D-7A65-49ED-BD3D-4E99562FAF04}" presName="sibTrans" presStyleCnt="0"/>
      <dgm:spPr/>
    </dgm:pt>
    <dgm:pt modelId="{C6DD41AF-FDBA-4BE6-B197-17C1EA25D5B4}" type="pres">
      <dgm:prSet presAssocID="{FB064C55-72E9-4327-BE44-50F13DD30F74}" presName="compNode" presStyleCnt="0"/>
      <dgm:spPr/>
    </dgm:pt>
    <dgm:pt modelId="{93FF647F-3C28-4404-8B02-8BB7048735F6}" type="pres">
      <dgm:prSet presAssocID="{FB064C55-72E9-4327-BE44-50F13DD30F74}" presName="iconBgRect" presStyleLbl="bgShp" presStyleIdx="2" presStyleCnt="4"/>
      <dgm:spPr/>
    </dgm:pt>
    <dgm:pt modelId="{6217E42A-DF20-48D1-BE62-ACBE9BF3E8A7}" type="pres">
      <dgm:prSet presAssocID="{FB064C55-72E9-4327-BE44-50F13DD30F7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C6E067D-1BC9-4C0D-8EED-B537DC930BC9}" type="pres">
      <dgm:prSet presAssocID="{FB064C55-72E9-4327-BE44-50F13DD30F74}" presName="spaceRect" presStyleCnt="0"/>
      <dgm:spPr/>
    </dgm:pt>
    <dgm:pt modelId="{884F3453-C4B8-4A55-80E6-C65CAFCB4978}" type="pres">
      <dgm:prSet presAssocID="{FB064C55-72E9-4327-BE44-50F13DD30F74}" presName="textRect" presStyleLbl="revTx" presStyleIdx="2" presStyleCnt="4">
        <dgm:presLayoutVars>
          <dgm:chMax val="1"/>
          <dgm:chPref val="1"/>
        </dgm:presLayoutVars>
      </dgm:prSet>
      <dgm:spPr/>
    </dgm:pt>
    <dgm:pt modelId="{FA81F89A-21C4-44DA-AE64-0C8D470ADEE3}" type="pres">
      <dgm:prSet presAssocID="{10995C20-7BCD-4C7E-B383-25B44A1C09DB}" presName="sibTrans" presStyleCnt="0"/>
      <dgm:spPr/>
    </dgm:pt>
    <dgm:pt modelId="{B16760F6-56D6-4988-AD82-B17A4399DD17}" type="pres">
      <dgm:prSet presAssocID="{36086447-1E11-4C69-B3C2-2185BAF8E533}" presName="compNode" presStyleCnt="0"/>
      <dgm:spPr/>
    </dgm:pt>
    <dgm:pt modelId="{F1063195-9C16-4B92-BE45-422FD512CDEA}" type="pres">
      <dgm:prSet presAssocID="{36086447-1E11-4C69-B3C2-2185BAF8E533}" presName="iconBgRect" presStyleLbl="bgShp" presStyleIdx="3" presStyleCnt="4"/>
      <dgm:spPr/>
    </dgm:pt>
    <dgm:pt modelId="{3B4786D4-800E-4ED6-A291-7CAA80E3FBF8}" type="pres">
      <dgm:prSet presAssocID="{36086447-1E11-4C69-B3C2-2185BAF8E53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2438C78D-6FD3-47B6-AEAF-9F82F034A564}" type="pres">
      <dgm:prSet presAssocID="{36086447-1E11-4C69-B3C2-2185BAF8E533}" presName="spaceRect" presStyleCnt="0"/>
      <dgm:spPr/>
    </dgm:pt>
    <dgm:pt modelId="{301E2DA3-BD77-4EF3-A908-C9C509EAEA63}" type="pres">
      <dgm:prSet presAssocID="{36086447-1E11-4C69-B3C2-2185BAF8E53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FDCF700-B973-44A9-AEB2-467AF43566DF}" type="presOf" srcId="{77AA945C-F1FB-4848-A952-B5F1D6434E69}" destId="{58C2C455-FB54-4AB1-9A09-070CC4D649B0}" srcOrd="0" destOrd="0" presId="urn:microsoft.com/office/officeart/2018/5/layout/IconCircleLabelList"/>
    <dgm:cxn modelId="{BFE2FF08-14C2-4717-8FEB-1B26B518E4C9}" srcId="{77AA945C-F1FB-4848-A952-B5F1D6434E69}" destId="{14466B0B-0C31-40E5-914C-E57E4DCE356B}" srcOrd="1" destOrd="0" parTransId="{7F801012-BDD7-42DC-9CB0-1A9008BE300B}" sibTransId="{D8BB894D-7A65-49ED-BD3D-4E99562FAF04}"/>
    <dgm:cxn modelId="{3E1EFA31-018C-4E16-8C4B-5324483BE2DE}" type="presOf" srcId="{23C45D40-DAA6-44DE-948C-0EE0D73D7768}" destId="{AA0F2D76-DD34-4235-BFF9-C974AB2A42F2}" srcOrd="0" destOrd="0" presId="urn:microsoft.com/office/officeart/2018/5/layout/IconCircleLabelList"/>
    <dgm:cxn modelId="{F8193642-7A9F-48C3-8B05-A95602C3A57B}" type="presOf" srcId="{36086447-1E11-4C69-B3C2-2185BAF8E533}" destId="{301E2DA3-BD77-4EF3-A908-C9C509EAEA63}" srcOrd="0" destOrd="0" presId="urn:microsoft.com/office/officeart/2018/5/layout/IconCircleLabelList"/>
    <dgm:cxn modelId="{51D4254A-47CA-4BF2-ACCA-3794F27E8338}" srcId="{77AA945C-F1FB-4848-A952-B5F1D6434E69}" destId="{23C45D40-DAA6-44DE-948C-0EE0D73D7768}" srcOrd="0" destOrd="0" parTransId="{356311A0-779D-4293-83C1-3F1BD92AE2CE}" sibTransId="{F590617C-6631-4C8C-B4A7-C0429F1EAA7E}"/>
    <dgm:cxn modelId="{0E2CD34E-5BDE-4B30-92C0-673EC5CBAA64}" srcId="{77AA945C-F1FB-4848-A952-B5F1D6434E69}" destId="{36086447-1E11-4C69-B3C2-2185BAF8E533}" srcOrd="3" destOrd="0" parTransId="{63CCD812-074F-47CD-A50D-01F549BD0DE8}" sibTransId="{7D191334-077E-45F7-9DA7-0F16C8E4A71C}"/>
    <dgm:cxn modelId="{DF97478C-919D-45FD-8B7A-9F825E35125B}" type="presOf" srcId="{FB064C55-72E9-4327-BE44-50F13DD30F74}" destId="{884F3453-C4B8-4A55-80E6-C65CAFCB4978}" srcOrd="0" destOrd="0" presId="urn:microsoft.com/office/officeart/2018/5/layout/IconCircleLabelList"/>
    <dgm:cxn modelId="{1EE6BD98-4439-4CD1-BA43-3B7AB780ECF8}" srcId="{77AA945C-F1FB-4848-A952-B5F1D6434E69}" destId="{FB064C55-72E9-4327-BE44-50F13DD30F74}" srcOrd="2" destOrd="0" parTransId="{53847417-B4B3-4F4D-881C-0F65CE5F3FDE}" sibTransId="{10995C20-7BCD-4C7E-B383-25B44A1C09DB}"/>
    <dgm:cxn modelId="{A64D1AD0-174C-4FC9-BF3D-EDA88F30FD08}" type="presOf" srcId="{14466B0B-0C31-40E5-914C-E57E4DCE356B}" destId="{11D3365E-7481-467A-9C7B-D31A60F36667}" srcOrd="0" destOrd="0" presId="urn:microsoft.com/office/officeart/2018/5/layout/IconCircleLabelList"/>
    <dgm:cxn modelId="{BD58E19F-CBDA-4817-B35B-343A042F6EB4}" type="presParOf" srcId="{58C2C455-FB54-4AB1-9A09-070CC4D649B0}" destId="{CFFB0FA3-BECA-4054-A109-1DADDCA43037}" srcOrd="0" destOrd="0" presId="urn:microsoft.com/office/officeart/2018/5/layout/IconCircleLabelList"/>
    <dgm:cxn modelId="{A0F18A25-5FF6-4A48-8D9E-50C51118A08C}" type="presParOf" srcId="{CFFB0FA3-BECA-4054-A109-1DADDCA43037}" destId="{4F9FE143-F8A1-4529-A3D6-234FFB61002A}" srcOrd="0" destOrd="0" presId="urn:microsoft.com/office/officeart/2018/5/layout/IconCircleLabelList"/>
    <dgm:cxn modelId="{12775167-FE08-4898-9CC3-9C8F461B6ABB}" type="presParOf" srcId="{CFFB0FA3-BECA-4054-A109-1DADDCA43037}" destId="{BCBEED9F-72AE-4C41-91D7-151A479B06A7}" srcOrd="1" destOrd="0" presId="urn:microsoft.com/office/officeart/2018/5/layout/IconCircleLabelList"/>
    <dgm:cxn modelId="{AA5B71A1-8829-4B63-BAAA-5F8753571850}" type="presParOf" srcId="{CFFB0FA3-BECA-4054-A109-1DADDCA43037}" destId="{F3411447-35E2-4FAA-B399-D9ECB736B3AE}" srcOrd="2" destOrd="0" presId="urn:microsoft.com/office/officeart/2018/5/layout/IconCircleLabelList"/>
    <dgm:cxn modelId="{AFB22F11-C078-4B7F-BB87-4427D1FCE1B9}" type="presParOf" srcId="{CFFB0FA3-BECA-4054-A109-1DADDCA43037}" destId="{AA0F2D76-DD34-4235-BFF9-C974AB2A42F2}" srcOrd="3" destOrd="0" presId="urn:microsoft.com/office/officeart/2018/5/layout/IconCircleLabelList"/>
    <dgm:cxn modelId="{E61AD4E7-FB2E-444B-AB0B-3772C11BF58C}" type="presParOf" srcId="{58C2C455-FB54-4AB1-9A09-070CC4D649B0}" destId="{568EC768-12B5-4650-BF44-1D6B708ED130}" srcOrd="1" destOrd="0" presId="urn:microsoft.com/office/officeart/2018/5/layout/IconCircleLabelList"/>
    <dgm:cxn modelId="{665D34A7-F7D2-4337-B511-5A497A589A16}" type="presParOf" srcId="{58C2C455-FB54-4AB1-9A09-070CC4D649B0}" destId="{E2852282-07AD-4A02-A363-1079ADF1D1F6}" srcOrd="2" destOrd="0" presId="urn:microsoft.com/office/officeart/2018/5/layout/IconCircleLabelList"/>
    <dgm:cxn modelId="{516599A9-2FEA-45C5-910A-3C8A415E20EA}" type="presParOf" srcId="{E2852282-07AD-4A02-A363-1079ADF1D1F6}" destId="{793D3F70-E239-4CF9-8E46-09736BB89930}" srcOrd="0" destOrd="0" presId="urn:microsoft.com/office/officeart/2018/5/layout/IconCircleLabelList"/>
    <dgm:cxn modelId="{420CC556-5D64-4E88-9846-1E4B33834E90}" type="presParOf" srcId="{E2852282-07AD-4A02-A363-1079ADF1D1F6}" destId="{784E162B-8094-47B0-89C5-9881433DA727}" srcOrd="1" destOrd="0" presId="urn:microsoft.com/office/officeart/2018/5/layout/IconCircleLabelList"/>
    <dgm:cxn modelId="{F8858FF2-FA53-4368-A98F-AE509134E1DE}" type="presParOf" srcId="{E2852282-07AD-4A02-A363-1079ADF1D1F6}" destId="{139A98AE-FF7A-4650-92EA-1DD42612D68D}" srcOrd="2" destOrd="0" presId="urn:microsoft.com/office/officeart/2018/5/layout/IconCircleLabelList"/>
    <dgm:cxn modelId="{D05FB292-339D-4F78-A99D-7B0EAE6DD1E5}" type="presParOf" srcId="{E2852282-07AD-4A02-A363-1079ADF1D1F6}" destId="{11D3365E-7481-467A-9C7B-D31A60F36667}" srcOrd="3" destOrd="0" presId="urn:microsoft.com/office/officeart/2018/5/layout/IconCircleLabelList"/>
    <dgm:cxn modelId="{EB6E8D70-90F6-45D9-91A3-4B924D91D40A}" type="presParOf" srcId="{58C2C455-FB54-4AB1-9A09-070CC4D649B0}" destId="{93DBB3F1-CCC8-4709-8A80-45C06E71D861}" srcOrd="3" destOrd="0" presId="urn:microsoft.com/office/officeart/2018/5/layout/IconCircleLabelList"/>
    <dgm:cxn modelId="{2450C6D9-A20B-4ABC-928C-8802E91EACA4}" type="presParOf" srcId="{58C2C455-FB54-4AB1-9A09-070CC4D649B0}" destId="{C6DD41AF-FDBA-4BE6-B197-17C1EA25D5B4}" srcOrd="4" destOrd="0" presId="urn:microsoft.com/office/officeart/2018/5/layout/IconCircleLabelList"/>
    <dgm:cxn modelId="{CA996D5A-382D-4762-A079-584175C76FF1}" type="presParOf" srcId="{C6DD41AF-FDBA-4BE6-B197-17C1EA25D5B4}" destId="{93FF647F-3C28-4404-8B02-8BB7048735F6}" srcOrd="0" destOrd="0" presId="urn:microsoft.com/office/officeart/2018/5/layout/IconCircleLabelList"/>
    <dgm:cxn modelId="{CAD5CEE9-7D8A-4111-8101-992A5A3D7CED}" type="presParOf" srcId="{C6DD41AF-FDBA-4BE6-B197-17C1EA25D5B4}" destId="{6217E42A-DF20-48D1-BE62-ACBE9BF3E8A7}" srcOrd="1" destOrd="0" presId="urn:microsoft.com/office/officeart/2018/5/layout/IconCircleLabelList"/>
    <dgm:cxn modelId="{BCA68722-560A-4A6D-9892-DDE2E22526A1}" type="presParOf" srcId="{C6DD41AF-FDBA-4BE6-B197-17C1EA25D5B4}" destId="{2C6E067D-1BC9-4C0D-8EED-B537DC930BC9}" srcOrd="2" destOrd="0" presId="urn:microsoft.com/office/officeart/2018/5/layout/IconCircleLabelList"/>
    <dgm:cxn modelId="{4445E3B6-614D-42A9-A537-1913133F2EAD}" type="presParOf" srcId="{C6DD41AF-FDBA-4BE6-B197-17C1EA25D5B4}" destId="{884F3453-C4B8-4A55-80E6-C65CAFCB4978}" srcOrd="3" destOrd="0" presId="urn:microsoft.com/office/officeart/2018/5/layout/IconCircleLabelList"/>
    <dgm:cxn modelId="{F3C781EB-4564-43C3-ADE0-044627EFB31D}" type="presParOf" srcId="{58C2C455-FB54-4AB1-9A09-070CC4D649B0}" destId="{FA81F89A-21C4-44DA-AE64-0C8D470ADEE3}" srcOrd="5" destOrd="0" presId="urn:microsoft.com/office/officeart/2018/5/layout/IconCircleLabelList"/>
    <dgm:cxn modelId="{0A28F157-B442-4186-8B0C-512CC020CA5A}" type="presParOf" srcId="{58C2C455-FB54-4AB1-9A09-070CC4D649B0}" destId="{B16760F6-56D6-4988-AD82-B17A4399DD17}" srcOrd="6" destOrd="0" presId="urn:microsoft.com/office/officeart/2018/5/layout/IconCircleLabelList"/>
    <dgm:cxn modelId="{C76902B0-C03A-4244-B7E6-9B149CFCAC2F}" type="presParOf" srcId="{B16760F6-56D6-4988-AD82-B17A4399DD17}" destId="{F1063195-9C16-4B92-BE45-422FD512CDEA}" srcOrd="0" destOrd="0" presId="urn:microsoft.com/office/officeart/2018/5/layout/IconCircleLabelList"/>
    <dgm:cxn modelId="{07B3E41B-7DB0-45EA-9FF9-798651257E0E}" type="presParOf" srcId="{B16760F6-56D6-4988-AD82-B17A4399DD17}" destId="{3B4786D4-800E-4ED6-A291-7CAA80E3FBF8}" srcOrd="1" destOrd="0" presId="urn:microsoft.com/office/officeart/2018/5/layout/IconCircleLabelList"/>
    <dgm:cxn modelId="{A9B03A97-2CDA-4DED-8C0C-3644430A609B}" type="presParOf" srcId="{B16760F6-56D6-4988-AD82-B17A4399DD17}" destId="{2438C78D-6FD3-47B6-AEAF-9F82F034A564}" srcOrd="2" destOrd="0" presId="urn:microsoft.com/office/officeart/2018/5/layout/IconCircleLabelList"/>
    <dgm:cxn modelId="{4FD63036-28A1-4E0A-BAC2-EF2BFC00ED77}" type="presParOf" srcId="{B16760F6-56D6-4988-AD82-B17A4399DD17}" destId="{301E2DA3-BD77-4EF3-A908-C9C509EAEA6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913DD18-4116-49D7-B3C9-161D32EAA9A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D11C9F8-C911-4708-A13B-C661AF4E8754}">
      <dgm:prSet/>
      <dgm:spPr/>
      <dgm:t>
        <a:bodyPr/>
        <a:lstStyle/>
        <a:p>
          <a:r>
            <a:rPr lang="en-US"/>
            <a:t>Dashboards for metrics, logs, and traces</a:t>
          </a:r>
        </a:p>
      </dgm:t>
    </dgm:pt>
    <dgm:pt modelId="{2EEB6738-47CD-4C3E-9EC6-C65294084167}" type="parTrans" cxnId="{723D477C-F96D-4159-A39B-AAB6103BC9EC}">
      <dgm:prSet/>
      <dgm:spPr/>
      <dgm:t>
        <a:bodyPr/>
        <a:lstStyle/>
        <a:p>
          <a:endParaRPr lang="en-US"/>
        </a:p>
      </dgm:t>
    </dgm:pt>
    <dgm:pt modelId="{780F7D52-4AE2-400B-9CBA-D0B020479A16}" type="sibTrans" cxnId="{723D477C-F96D-4159-A39B-AAB6103BC9EC}">
      <dgm:prSet/>
      <dgm:spPr/>
      <dgm:t>
        <a:bodyPr/>
        <a:lstStyle/>
        <a:p>
          <a:endParaRPr lang="en-US"/>
        </a:p>
      </dgm:t>
    </dgm:pt>
    <dgm:pt modelId="{D2CCF441-2EBD-448D-9CCB-525162581227}">
      <dgm:prSet/>
      <dgm:spPr/>
      <dgm:t>
        <a:bodyPr/>
        <a:lstStyle/>
        <a:p>
          <a:r>
            <a:rPr lang="en-US"/>
            <a:t>Integrates with Prometheus, Jaeger, logs backend</a:t>
          </a:r>
        </a:p>
      </dgm:t>
    </dgm:pt>
    <dgm:pt modelId="{0BC5968E-6C26-47BD-A249-8D6572A6FDEA}" type="parTrans" cxnId="{F3F8DDB5-D19D-45FB-A372-79E40454DE6A}">
      <dgm:prSet/>
      <dgm:spPr/>
      <dgm:t>
        <a:bodyPr/>
        <a:lstStyle/>
        <a:p>
          <a:endParaRPr lang="en-US"/>
        </a:p>
      </dgm:t>
    </dgm:pt>
    <dgm:pt modelId="{FF437B59-3F8D-482B-8DAF-ED202DDCF354}" type="sibTrans" cxnId="{F3F8DDB5-D19D-45FB-A372-79E40454DE6A}">
      <dgm:prSet/>
      <dgm:spPr/>
      <dgm:t>
        <a:bodyPr/>
        <a:lstStyle/>
        <a:p>
          <a:endParaRPr lang="en-US"/>
        </a:p>
      </dgm:t>
    </dgm:pt>
    <dgm:pt modelId="{C5791CA8-CCF1-4F5A-962E-75340E9EA885}">
      <dgm:prSet/>
      <dgm:spPr/>
      <dgm:t>
        <a:bodyPr/>
        <a:lstStyle/>
        <a:p>
          <a:r>
            <a:rPr lang="en-US"/>
            <a:t>Supports drill‑down from metrics → trace → logs</a:t>
          </a:r>
        </a:p>
      </dgm:t>
    </dgm:pt>
    <dgm:pt modelId="{0CEB6E9C-0C07-45FF-84F4-AB796FF747F2}" type="parTrans" cxnId="{33376DA5-9715-4544-AFE3-3A9E7E14DFD2}">
      <dgm:prSet/>
      <dgm:spPr/>
      <dgm:t>
        <a:bodyPr/>
        <a:lstStyle/>
        <a:p>
          <a:endParaRPr lang="en-US"/>
        </a:p>
      </dgm:t>
    </dgm:pt>
    <dgm:pt modelId="{AA885765-13E4-4DB1-9EE3-B614F8114B8B}" type="sibTrans" cxnId="{33376DA5-9715-4544-AFE3-3A9E7E14DFD2}">
      <dgm:prSet/>
      <dgm:spPr/>
      <dgm:t>
        <a:bodyPr/>
        <a:lstStyle/>
        <a:p>
          <a:endParaRPr lang="en-US"/>
        </a:p>
      </dgm:t>
    </dgm:pt>
    <dgm:pt modelId="{0702F2F6-4F08-4811-A7B1-30FC9D4E80C8}">
      <dgm:prSet/>
      <dgm:spPr/>
      <dgm:t>
        <a:bodyPr/>
        <a:lstStyle/>
        <a:p>
          <a:r>
            <a:rPr lang="en-US"/>
            <a:t>Central observability interface</a:t>
          </a:r>
        </a:p>
      </dgm:t>
    </dgm:pt>
    <dgm:pt modelId="{D8A41FCD-2A0E-4983-B552-5CE92207D414}" type="parTrans" cxnId="{BE785002-6412-4257-909D-F17854F88817}">
      <dgm:prSet/>
      <dgm:spPr/>
      <dgm:t>
        <a:bodyPr/>
        <a:lstStyle/>
        <a:p>
          <a:endParaRPr lang="en-US"/>
        </a:p>
      </dgm:t>
    </dgm:pt>
    <dgm:pt modelId="{409C981F-19BE-4110-B03E-95E748061FCE}" type="sibTrans" cxnId="{BE785002-6412-4257-909D-F17854F88817}">
      <dgm:prSet/>
      <dgm:spPr/>
      <dgm:t>
        <a:bodyPr/>
        <a:lstStyle/>
        <a:p>
          <a:endParaRPr lang="en-US"/>
        </a:p>
      </dgm:t>
    </dgm:pt>
    <dgm:pt modelId="{7963AA2C-2FDE-4D02-AA61-5E8826B20D83}" type="pres">
      <dgm:prSet presAssocID="{B913DD18-4116-49D7-B3C9-161D32EAA9A9}" presName="root" presStyleCnt="0">
        <dgm:presLayoutVars>
          <dgm:dir/>
          <dgm:resizeHandles val="exact"/>
        </dgm:presLayoutVars>
      </dgm:prSet>
      <dgm:spPr/>
    </dgm:pt>
    <dgm:pt modelId="{0C94975E-27D7-4EE1-A53E-C8EEE70F4857}" type="pres">
      <dgm:prSet presAssocID="{AD11C9F8-C911-4708-A13B-C661AF4E8754}" presName="compNode" presStyleCnt="0"/>
      <dgm:spPr/>
    </dgm:pt>
    <dgm:pt modelId="{1F8384C0-2119-4209-87D4-A2FB90D66B7F}" type="pres">
      <dgm:prSet presAssocID="{AD11C9F8-C911-4708-A13B-C661AF4E875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4B5D68D9-6653-40A8-9641-F9E6325082E1}" type="pres">
      <dgm:prSet presAssocID="{AD11C9F8-C911-4708-A13B-C661AF4E8754}" presName="spaceRect" presStyleCnt="0"/>
      <dgm:spPr/>
    </dgm:pt>
    <dgm:pt modelId="{3CDCFF48-B99B-4A47-945D-A9A7E748C632}" type="pres">
      <dgm:prSet presAssocID="{AD11C9F8-C911-4708-A13B-C661AF4E8754}" presName="textRect" presStyleLbl="revTx" presStyleIdx="0" presStyleCnt="4">
        <dgm:presLayoutVars>
          <dgm:chMax val="1"/>
          <dgm:chPref val="1"/>
        </dgm:presLayoutVars>
      </dgm:prSet>
      <dgm:spPr/>
    </dgm:pt>
    <dgm:pt modelId="{3DED8DA2-E63F-45E1-BB6B-41466C214BB8}" type="pres">
      <dgm:prSet presAssocID="{780F7D52-4AE2-400B-9CBA-D0B020479A16}" presName="sibTrans" presStyleCnt="0"/>
      <dgm:spPr/>
    </dgm:pt>
    <dgm:pt modelId="{03CCED3C-1B9B-4D5E-A8D7-BC7EB08EA939}" type="pres">
      <dgm:prSet presAssocID="{D2CCF441-2EBD-448D-9CCB-525162581227}" presName="compNode" presStyleCnt="0"/>
      <dgm:spPr/>
    </dgm:pt>
    <dgm:pt modelId="{8FF3FF9D-8096-4725-983F-D1B7599F7293}" type="pres">
      <dgm:prSet presAssocID="{D2CCF441-2EBD-448D-9CCB-52516258122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M Customer Insights App"/>
        </a:ext>
      </dgm:extLst>
    </dgm:pt>
    <dgm:pt modelId="{4C740ECB-BE3C-45DE-A991-5372D5F2B3D2}" type="pres">
      <dgm:prSet presAssocID="{D2CCF441-2EBD-448D-9CCB-525162581227}" presName="spaceRect" presStyleCnt="0"/>
      <dgm:spPr/>
    </dgm:pt>
    <dgm:pt modelId="{92A5A327-8D4C-44D9-8F43-6897AC978786}" type="pres">
      <dgm:prSet presAssocID="{D2CCF441-2EBD-448D-9CCB-525162581227}" presName="textRect" presStyleLbl="revTx" presStyleIdx="1" presStyleCnt="4">
        <dgm:presLayoutVars>
          <dgm:chMax val="1"/>
          <dgm:chPref val="1"/>
        </dgm:presLayoutVars>
      </dgm:prSet>
      <dgm:spPr/>
    </dgm:pt>
    <dgm:pt modelId="{0C0E4412-0F97-4CA2-B8A9-F735D553B1E6}" type="pres">
      <dgm:prSet presAssocID="{FF437B59-3F8D-482B-8DAF-ED202DDCF354}" presName="sibTrans" presStyleCnt="0"/>
      <dgm:spPr/>
    </dgm:pt>
    <dgm:pt modelId="{8382E70C-FE2F-4A96-BBD9-5467362F7919}" type="pres">
      <dgm:prSet presAssocID="{C5791CA8-CCF1-4F5A-962E-75340E9EA885}" presName="compNode" presStyleCnt="0"/>
      <dgm:spPr/>
    </dgm:pt>
    <dgm:pt modelId="{CFA0DF29-86A5-4A5F-BD2B-47A0BBF4467F}" type="pres">
      <dgm:prSet presAssocID="{C5791CA8-CCF1-4F5A-962E-75340E9EA8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mo"/>
        </a:ext>
      </dgm:extLst>
    </dgm:pt>
    <dgm:pt modelId="{7C7D7B3B-9D73-4653-BD05-AEDDCF6085C3}" type="pres">
      <dgm:prSet presAssocID="{C5791CA8-CCF1-4F5A-962E-75340E9EA885}" presName="spaceRect" presStyleCnt="0"/>
      <dgm:spPr/>
    </dgm:pt>
    <dgm:pt modelId="{96D72381-2EE9-48D9-AF27-56A491BD621A}" type="pres">
      <dgm:prSet presAssocID="{C5791CA8-CCF1-4F5A-962E-75340E9EA885}" presName="textRect" presStyleLbl="revTx" presStyleIdx="2" presStyleCnt="4">
        <dgm:presLayoutVars>
          <dgm:chMax val="1"/>
          <dgm:chPref val="1"/>
        </dgm:presLayoutVars>
      </dgm:prSet>
      <dgm:spPr/>
    </dgm:pt>
    <dgm:pt modelId="{775B825E-D1EB-46BF-8472-1EE86F49FB31}" type="pres">
      <dgm:prSet presAssocID="{AA885765-13E4-4DB1-9EE3-B614F8114B8B}" presName="sibTrans" presStyleCnt="0"/>
      <dgm:spPr/>
    </dgm:pt>
    <dgm:pt modelId="{247E367C-1832-4799-A288-E76CDDD7156B}" type="pres">
      <dgm:prSet presAssocID="{0702F2F6-4F08-4811-A7B1-30FC9D4E80C8}" presName="compNode" presStyleCnt="0"/>
      <dgm:spPr/>
    </dgm:pt>
    <dgm:pt modelId="{81E46236-C045-4510-8DE3-A0D8391C7405}" type="pres">
      <dgm:prSet presAssocID="{0702F2F6-4F08-4811-A7B1-30FC9D4E80C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ationship"/>
        </a:ext>
      </dgm:extLst>
    </dgm:pt>
    <dgm:pt modelId="{722563F4-4C75-4831-8179-3DD68FB9B2A3}" type="pres">
      <dgm:prSet presAssocID="{0702F2F6-4F08-4811-A7B1-30FC9D4E80C8}" presName="spaceRect" presStyleCnt="0"/>
      <dgm:spPr/>
    </dgm:pt>
    <dgm:pt modelId="{E856FD72-A041-4C05-AD64-67864851E767}" type="pres">
      <dgm:prSet presAssocID="{0702F2F6-4F08-4811-A7B1-30FC9D4E80C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E785002-6412-4257-909D-F17854F88817}" srcId="{B913DD18-4116-49D7-B3C9-161D32EAA9A9}" destId="{0702F2F6-4F08-4811-A7B1-30FC9D4E80C8}" srcOrd="3" destOrd="0" parTransId="{D8A41FCD-2A0E-4983-B552-5CE92207D414}" sibTransId="{409C981F-19BE-4110-B03E-95E748061FCE}"/>
    <dgm:cxn modelId="{7AF8E743-F11D-4381-96BB-489767524E7E}" type="presOf" srcId="{C5791CA8-CCF1-4F5A-962E-75340E9EA885}" destId="{96D72381-2EE9-48D9-AF27-56A491BD621A}" srcOrd="0" destOrd="0" presId="urn:microsoft.com/office/officeart/2018/2/layout/IconLabelList"/>
    <dgm:cxn modelId="{723D477C-F96D-4159-A39B-AAB6103BC9EC}" srcId="{B913DD18-4116-49D7-B3C9-161D32EAA9A9}" destId="{AD11C9F8-C911-4708-A13B-C661AF4E8754}" srcOrd="0" destOrd="0" parTransId="{2EEB6738-47CD-4C3E-9EC6-C65294084167}" sibTransId="{780F7D52-4AE2-400B-9CBA-D0B020479A16}"/>
    <dgm:cxn modelId="{02D8427E-1201-4326-9766-7AB0F1FE1D08}" type="presOf" srcId="{B913DD18-4116-49D7-B3C9-161D32EAA9A9}" destId="{7963AA2C-2FDE-4D02-AA61-5E8826B20D83}" srcOrd="0" destOrd="0" presId="urn:microsoft.com/office/officeart/2018/2/layout/IconLabelList"/>
    <dgm:cxn modelId="{E7B25F8C-7BF2-41F4-8F32-269049385973}" type="presOf" srcId="{AD11C9F8-C911-4708-A13B-C661AF4E8754}" destId="{3CDCFF48-B99B-4A47-945D-A9A7E748C632}" srcOrd="0" destOrd="0" presId="urn:microsoft.com/office/officeart/2018/2/layout/IconLabelList"/>
    <dgm:cxn modelId="{33376DA5-9715-4544-AFE3-3A9E7E14DFD2}" srcId="{B913DD18-4116-49D7-B3C9-161D32EAA9A9}" destId="{C5791CA8-CCF1-4F5A-962E-75340E9EA885}" srcOrd="2" destOrd="0" parTransId="{0CEB6E9C-0C07-45FF-84F4-AB796FF747F2}" sibTransId="{AA885765-13E4-4DB1-9EE3-B614F8114B8B}"/>
    <dgm:cxn modelId="{F3F8DDB5-D19D-45FB-A372-79E40454DE6A}" srcId="{B913DD18-4116-49D7-B3C9-161D32EAA9A9}" destId="{D2CCF441-2EBD-448D-9CCB-525162581227}" srcOrd="1" destOrd="0" parTransId="{0BC5968E-6C26-47BD-A249-8D6572A6FDEA}" sibTransId="{FF437B59-3F8D-482B-8DAF-ED202DDCF354}"/>
    <dgm:cxn modelId="{B4C263CD-91B8-4970-A420-A69063ED5E25}" type="presOf" srcId="{0702F2F6-4F08-4811-A7B1-30FC9D4E80C8}" destId="{E856FD72-A041-4C05-AD64-67864851E767}" srcOrd="0" destOrd="0" presId="urn:microsoft.com/office/officeart/2018/2/layout/IconLabelList"/>
    <dgm:cxn modelId="{1D8982F7-D97D-43C8-8E36-D1FC21445779}" type="presOf" srcId="{D2CCF441-2EBD-448D-9CCB-525162581227}" destId="{92A5A327-8D4C-44D9-8F43-6897AC978786}" srcOrd="0" destOrd="0" presId="urn:microsoft.com/office/officeart/2018/2/layout/IconLabelList"/>
    <dgm:cxn modelId="{F21A2840-AB19-48EC-8ACA-767FAABC21AB}" type="presParOf" srcId="{7963AA2C-2FDE-4D02-AA61-5E8826B20D83}" destId="{0C94975E-27D7-4EE1-A53E-C8EEE70F4857}" srcOrd="0" destOrd="0" presId="urn:microsoft.com/office/officeart/2018/2/layout/IconLabelList"/>
    <dgm:cxn modelId="{9F07F0C1-55D9-4CDF-8E22-B010A4B71D87}" type="presParOf" srcId="{0C94975E-27D7-4EE1-A53E-C8EEE70F4857}" destId="{1F8384C0-2119-4209-87D4-A2FB90D66B7F}" srcOrd="0" destOrd="0" presId="urn:microsoft.com/office/officeart/2018/2/layout/IconLabelList"/>
    <dgm:cxn modelId="{FCCFE7A9-CD5B-4E1A-A765-0DAA0F620736}" type="presParOf" srcId="{0C94975E-27D7-4EE1-A53E-C8EEE70F4857}" destId="{4B5D68D9-6653-40A8-9641-F9E6325082E1}" srcOrd="1" destOrd="0" presId="urn:microsoft.com/office/officeart/2018/2/layout/IconLabelList"/>
    <dgm:cxn modelId="{D19DACDF-6622-4FDF-A8BC-ECB8498F7473}" type="presParOf" srcId="{0C94975E-27D7-4EE1-A53E-C8EEE70F4857}" destId="{3CDCFF48-B99B-4A47-945D-A9A7E748C632}" srcOrd="2" destOrd="0" presId="urn:microsoft.com/office/officeart/2018/2/layout/IconLabelList"/>
    <dgm:cxn modelId="{21FC72BF-63C1-49F0-97AE-D4918334F1D6}" type="presParOf" srcId="{7963AA2C-2FDE-4D02-AA61-5E8826B20D83}" destId="{3DED8DA2-E63F-45E1-BB6B-41466C214BB8}" srcOrd="1" destOrd="0" presId="urn:microsoft.com/office/officeart/2018/2/layout/IconLabelList"/>
    <dgm:cxn modelId="{BD3EDF73-954F-4E1A-8BC0-ED1B584E42C9}" type="presParOf" srcId="{7963AA2C-2FDE-4D02-AA61-5E8826B20D83}" destId="{03CCED3C-1B9B-4D5E-A8D7-BC7EB08EA939}" srcOrd="2" destOrd="0" presId="urn:microsoft.com/office/officeart/2018/2/layout/IconLabelList"/>
    <dgm:cxn modelId="{D626ACA8-1586-4860-B91B-40B332C241A0}" type="presParOf" srcId="{03CCED3C-1B9B-4D5E-A8D7-BC7EB08EA939}" destId="{8FF3FF9D-8096-4725-983F-D1B7599F7293}" srcOrd="0" destOrd="0" presId="urn:microsoft.com/office/officeart/2018/2/layout/IconLabelList"/>
    <dgm:cxn modelId="{A0C69828-AFC7-4BB2-AE0F-1BF8CB9876CD}" type="presParOf" srcId="{03CCED3C-1B9B-4D5E-A8D7-BC7EB08EA939}" destId="{4C740ECB-BE3C-45DE-A991-5372D5F2B3D2}" srcOrd="1" destOrd="0" presId="urn:microsoft.com/office/officeart/2018/2/layout/IconLabelList"/>
    <dgm:cxn modelId="{B4117608-E6C1-45C4-866B-3E5C8662FA2A}" type="presParOf" srcId="{03CCED3C-1B9B-4D5E-A8D7-BC7EB08EA939}" destId="{92A5A327-8D4C-44D9-8F43-6897AC978786}" srcOrd="2" destOrd="0" presId="urn:microsoft.com/office/officeart/2018/2/layout/IconLabelList"/>
    <dgm:cxn modelId="{432303B9-9521-4901-88F7-8FBF2252F628}" type="presParOf" srcId="{7963AA2C-2FDE-4D02-AA61-5E8826B20D83}" destId="{0C0E4412-0F97-4CA2-B8A9-F735D553B1E6}" srcOrd="3" destOrd="0" presId="urn:microsoft.com/office/officeart/2018/2/layout/IconLabelList"/>
    <dgm:cxn modelId="{B3462F36-45E5-435A-955F-FADA7EDE7926}" type="presParOf" srcId="{7963AA2C-2FDE-4D02-AA61-5E8826B20D83}" destId="{8382E70C-FE2F-4A96-BBD9-5467362F7919}" srcOrd="4" destOrd="0" presId="urn:microsoft.com/office/officeart/2018/2/layout/IconLabelList"/>
    <dgm:cxn modelId="{EE68BD21-33A4-4C38-8F96-88BA1FEC96EF}" type="presParOf" srcId="{8382E70C-FE2F-4A96-BBD9-5467362F7919}" destId="{CFA0DF29-86A5-4A5F-BD2B-47A0BBF4467F}" srcOrd="0" destOrd="0" presId="urn:microsoft.com/office/officeart/2018/2/layout/IconLabelList"/>
    <dgm:cxn modelId="{B21986CB-007F-4E9D-8D45-C10E0AF589D5}" type="presParOf" srcId="{8382E70C-FE2F-4A96-BBD9-5467362F7919}" destId="{7C7D7B3B-9D73-4653-BD05-AEDDCF6085C3}" srcOrd="1" destOrd="0" presId="urn:microsoft.com/office/officeart/2018/2/layout/IconLabelList"/>
    <dgm:cxn modelId="{EC446198-C428-4A2B-8505-3D808797A7F8}" type="presParOf" srcId="{8382E70C-FE2F-4A96-BBD9-5467362F7919}" destId="{96D72381-2EE9-48D9-AF27-56A491BD621A}" srcOrd="2" destOrd="0" presId="urn:microsoft.com/office/officeart/2018/2/layout/IconLabelList"/>
    <dgm:cxn modelId="{8072D89C-7F99-42E0-9FA7-41C0C192818F}" type="presParOf" srcId="{7963AA2C-2FDE-4D02-AA61-5E8826B20D83}" destId="{775B825E-D1EB-46BF-8472-1EE86F49FB31}" srcOrd="5" destOrd="0" presId="urn:microsoft.com/office/officeart/2018/2/layout/IconLabelList"/>
    <dgm:cxn modelId="{64A62368-337D-4747-9253-E2A158DF2FEA}" type="presParOf" srcId="{7963AA2C-2FDE-4D02-AA61-5E8826B20D83}" destId="{247E367C-1832-4799-A288-E76CDDD7156B}" srcOrd="6" destOrd="0" presId="urn:microsoft.com/office/officeart/2018/2/layout/IconLabelList"/>
    <dgm:cxn modelId="{9DA36C30-3B76-4BA9-BDDA-E1C31413D2FF}" type="presParOf" srcId="{247E367C-1832-4799-A288-E76CDDD7156B}" destId="{81E46236-C045-4510-8DE3-A0D8391C7405}" srcOrd="0" destOrd="0" presId="urn:microsoft.com/office/officeart/2018/2/layout/IconLabelList"/>
    <dgm:cxn modelId="{9CD4102A-517D-4B07-A587-B5104116C532}" type="presParOf" srcId="{247E367C-1832-4799-A288-E76CDDD7156B}" destId="{722563F4-4C75-4831-8179-3DD68FB9B2A3}" srcOrd="1" destOrd="0" presId="urn:microsoft.com/office/officeart/2018/2/layout/IconLabelList"/>
    <dgm:cxn modelId="{EA36514D-07D4-47F8-AA94-DE01D2119DE2}" type="presParOf" srcId="{247E367C-1832-4799-A288-E76CDDD7156B}" destId="{E856FD72-A041-4C05-AD64-67864851E76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99F70C4-8B1A-414E-9938-909A72A50C2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F417282-827E-4A29-AFAF-4DFBBE575F0F}">
      <dgm:prSet/>
      <dgm:spPr/>
      <dgm:t>
        <a:bodyPr/>
        <a:lstStyle/>
        <a:p>
          <a:pPr>
            <a:defRPr cap="all"/>
          </a:pPr>
          <a:r>
            <a:rPr lang="en-US"/>
            <a:t>Demonstrate real‑world observability</a:t>
          </a:r>
        </a:p>
      </dgm:t>
    </dgm:pt>
    <dgm:pt modelId="{F564E98A-1169-4D86-8417-59344B694D5D}" type="parTrans" cxnId="{5F7DA073-C64F-44B2-976E-19C3DB1A6290}">
      <dgm:prSet/>
      <dgm:spPr/>
      <dgm:t>
        <a:bodyPr/>
        <a:lstStyle/>
        <a:p>
          <a:endParaRPr lang="en-US"/>
        </a:p>
      </dgm:t>
    </dgm:pt>
    <dgm:pt modelId="{933BF3C0-C229-4AD0-BAF6-6BD2E02591F6}" type="sibTrans" cxnId="{5F7DA073-C64F-44B2-976E-19C3DB1A6290}">
      <dgm:prSet/>
      <dgm:spPr/>
      <dgm:t>
        <a:bodyPr/>
        <a:lstStyle/>
        <a:p>
          <a:endParaRPr lang="en-US"/>
        </a:p>
      </dgm:t>
    </dgm:pt>
    <dgm:pt modelId="{DF833CBB-0CE9-421D-B214-8179DF4B1630}">
      <dgm:prSet/>
      <dgm:spPr/>
      <dgm:t>
        <a:bodyPr/>
        <a:lstStyle/>
        <a:p>
          <a:pPr>
            <a:defRPr cap="all"/>
          </a:pPr>
          <a:r>
            <a:rPr lang="en-US"/>
            <a:t>Provide learning &amp; training platform</a:t>
          </a:r>
        </a:p>
      </dgm:t>
    </dgm:pt>
    <dgm:pt modelId="{8F29F2B9-D2C8-4BC4-8764-8F89E7417B14}" type="parTrans" cxnId="{6ECB4D68-F845-4073-BEA9-61E08AC8FF38}">
      <dgm:prSet/>
      <dgm:spPr/>
      <dgm:t>
        <a:bodyPr/>
        <a:lstStyle/>
        <a:p>
          <a:endParaRPr lang="en-US"/>
        </a:p>
      </dgm:t>
    </dgm:pt>
    <dgm:pt modelId="{C02F2530-7171-467B-A046-84C9A3DE9DDC}" type="sibTrans" cxnId="{6ECB4D68-F845-4073-BEA9-61E08AC8FF38}">
      <dgm:prSet/>
      <dgm:spPr/>
      <dgm:t>
        <a:bodyPr/>
        <a:lstStyle/>
        <a:p>
          <a:endParaRPr lang="en-US"/>
        </a:p>
      </dgm:t>
    </dgm:pt>
    <dgm:pt modelId="{9BE2A2F0-A358-4BA6-9D99-D0203E46A136}">
      <dgm:prSet/>
      <dgm:spPr/>
      <dgm:t>
        <a:bodyPr/>
        <a:lstStyle/>
        <a:p>
          <a:pPr>
            <a:defRPr cap="all"/>
          </a:pPr>
          <a:r>
            <a:rPr lang="en-US"/>
            <a:t>Reference architecture for OTel adoption</a:t>
          </a:r>
        </a:p>
      </dgm:t>
    </dgm:pt>
    <dgm:pt modelId="{8F0A5878-3180-4E33-AE0A-51F9A14F7A44}" type="parTrans" cxnId="{4618A1AF-CE97-4D7D-B904-73A3EF24471E}">
      <dgm:prSet/>
      <dgm:spPr/>
      <dgm:t>
        <a:bodyPr/>
        <a:lstStyle/>
        <a:p>
          <a:endParaRPr lang="en-US"/>
        </a:p>
      </dgm:t>
    </dgm:pt>
    <dgm:pt modelId="{58FD6BCD-6CCC-4B85-9110-AF1BDA4A631C}" type="sibTrans" cxnId="{4618A1AF-CE97-4D7D-B904-73A3EF24471E}">
      <dgm:prSet/>
      <dgm:spPr/>
      <dgm:t>
        <a:bodyPr/>
        <a:lstStyle/>
        <a:p>
          <a:endParaRPr lang="en-US"/>
        </a:p>
      </dgm:t>
    </dgm:pt>
    <dgm:pt modelId="{4E4D9387-81E6-4BE0-9D04-547C80789680}">
      <dgm:prSet/>
      <dgm:spPr/>
      <dgm:t>
        <a:bodyPr/>
        <a:lstStyle/>
        <a:p>
          <a:pPr>
            <a:defRPr cap="all"/>
          </a:pPr>
          <a:r>
            <a:rPr lang="en-US"/>
            <a:t>Support vendor and integration testing</a:t>
          </a:r>
        </a:p>
      </dgm:t>
    </dgm:pt>
    <dgm:pt modelId="{D187870A-0AA1-4336-8C7D-AC7CF13AE610}" type="parTrans" cxnId="{633655EF-F542-4476-90A6-B03ECC86B322}">
      <dgm:prSet/>
      <dgm:spPr/>
      <dgm:t>
        <a:bodyPr/>
        <a:lstStyle/>
        <a:p>
          <a:endParaRPr lang="en-US"/>
        </a:p>
      </dgm:t>
    </dgm:pt>
    <dgm:pt modelId="{9B937765-5224-444C-B4E7-13A4A51A798B}" type="sibTrans" cxnId="{633655EF-F542-4476-90A6-B03ECC86B322}">
      <dgm:prSet/>
      <dgm:spPr/>
      <dgm:t>
        <a:bodyPr/>
        <a:lstStyle/>
        <a:p>
          <a:endParaRPr lang="en-US"/>
        </a:p>
      </dgm:t>
    </dgm:pt>
    <dgm:pt modelId="{6CC4B465-5DA1-403E-8DC4-96D465F4E755}" type="pres">
      <dgm:prSet presAssocID="{A99F70C4-8B1A-414E-9938-909A72A50C20}" presName="root" presStyleCnt="0">
        <dgm:presLayoutVars>
          <dgm:dir/>
          <dgm:resizeHandles val="exact"/>
        </dgm:presLayoutVars>
      </dgm:prSet>
      <dgm:spPr/>
    </dgm:pt>
    <dgm:pt modelId="{81E749ED-1B6B-47C6-B0DD-961914F51130}" type="pres">
      <dgm:prSet presAssocID="{CF417282-827E-4A29-AFAF-4DFBBE575F0F}" presName="compNode" presStyleCnt="0"/>
      <dgm:spPr/>
    </dgm:pt>
    <dgm:pt modelId="{4A6C36F3-E840-4A5D-B47F-F59FE2DB4DDE}" type="pres">
      <dgm:prSet presAssocID="{CF417282-827E-4A29-AFAF-4DFBBE575F0F}" presName="iconBgRect" presStyleLbl="bgShp" presStyleIdx="0" presStyleCnt="4"/>
      <dgm:spPr/>
    </dgm:pt>
    <dgm:pt modelId="{EB75C4F9-5079-45F0-A43C-F6E06B5C3F8D}" type="pres">
      <dgm:prSet presAssocID="{CF417282-827E-4A29-AFAF-4DFBBE575F0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EAFD7A7A-B598-4213-8818-E84212C6614E}" type="pres">
      <dgm:prSet presAssocID="{CF417282-827E-4A29-AFAF-4DFBBE575F0F}" presName="spaceRect" presStyleCnt="0"/>
      <dgm:spPr/>
    </dgm:pt>
    <dgm:pt modelId="{080FC271-AC91-4705-B1F5-0F350B805B9F}" type="pres">
      <dgm:prSet presAssocID="{CF417282-827E-4A29-AFAF-4DFBBE575F0F}" presName="textRect" presStyleLbl="revTx" presStyleIdx="0" presStyleCnt="4">
        <dgm:presLayoutVars>
          <dgm:chMax val="1"/>
          <dgm:chPref val="1"/>
        </dgm:presLayoutVars>
      </dgm:prSet>
      <dgm:spPr/>
    </dgm:pt>
    <dgm:pt modelId="{7D46FFF1-D749-4631-8AD5-308078F501C3}" type="pres">
      <dgm:prSet presAssocID="{933BF3C0-C229-4AD0-BAF6-6BD2E02591F6}" presName="sibTrans" presStyleCnt="0"/>
      <dgm:spPr/>
    </dgm:pt>
    <dgm:pt modelId="{DCDA6C72-B6D7-42EA-99E3-5B69443CE441}" type="pres">
      <dgm:prSet presAssocID="{DF833CBB-0CE9-421D-B214-8179DF4B1630}" presName="compNode" presStyleCnt="0"/>
      <dgm:spPr/>
    </dgm:pt>
    <dgm:pt modelId="{3C491EDF-5E58-48CD-9CCC-51A8E33F4BF7}" type="pres">
      <dgm:prSet presAssocID="{DF833CBB-0CE9-421D-B214-8179DF4B1630}" presName="iconBgRect" presStyleLbl="bgShp" presStyleIdx="1" presStyleCnt="4"/>
      <dgm:spPr/>
    </dgm:pt>
    <dgm:pt modelId="{EB5B9D5D-DB68-48B5-888A-D18BF7C0BAE9}" type="pres">
      <dgm:prSet presAssocID="{DF833CBB-0CE9-421D-B214-8179DF4B163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5025AFE0-5DEF-42E2-93A5-139EF3A22CE1}" type="pres">
      <dgm:prSet presAssocID="{DF833CBB-0CE9-421D-B214-8179DF4B1630}" presName="spaceRect" presStyleCnt="0"/>
      <dgm:spPr/>
    </dgm:pt>
    <dgm:pt modelId="{224B4F62-A66A-4DF1-A88C-7738A161B489}" type="pres">
      <dgm:prSet presAssocID="{DF833CBB-0CE9-421D-B214-8179DF4B1630}" presName="textRect" presStyleLbl="revTx" presStyleIdx="1" presStyleCnt="4">
        <dgm:presLayoutVars>
          <dgm:chMax val="1"/>
          <dgm:chPref val="1"/>
        </dgm:presLayoutVars>
      </dgm:prSet>
      <dgm:spPr/>
    </dgm:pt>
    <dgm:pt modelId="{950C774D-F26D-437A-82BC-FD31492BB05E}" type="pres">
      <dgm:prSet presAssocID="{C02F2530-7171-467B-A046-84C9A3DE9DDC}" presName="sibTrans" presStyleCnt="0"/>
      <dgm:spPr/>
    </dgm:pt>
    <dgm:pt modelId="{B4AAC7E7-A1FE-4E1F-A6A4-47AB75DEBFE1}" type="pres">
      <dgm:prSet presAssocID="{9BE2A2F0-A358-4BA6-9D99-D0203E46A136}" presName="compNode" presStyleCnt="0"/>
      <dgm:spPr/>
    </dgm:pt>
    <dgm:pt modelId="{D4466165-29FC-4A4B-911F-C1736848DD3D}" type="pres">
      <dgm:prSet presAssocID="{9BE2A2F0-A358-4BA6-9D99-D0203E46A136}" presName="iconBgRect" presStyleLbl="bgShp" presStyleIdx="2" presStyleCnt="4"/>
      <dgm:spPr/>
    </dgm:pt>
    <dgm:pt modelId="{AC2C8874-6C5A-4348-8020-6015FAD9BC18}" type="pres">
      <dgm:prSet presAssocID="{9BE2A2F0-A358-4BA6-9D99-D0203E46A13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E726E52-012A-4F5C-B3DC-D10F655BA706}" type="pres">
      <dgm:prSet presAssocID="{9BE2A2F0-A358-4BA6-9D99-D0203E46A136}" presName="spaceRect" presStyleCnt="0"/>
      <dgm:spPr/>
    </dgm:pt>
    <dgm:pt modelId="{5EBF307F-B1BC-4A59-B5EE-FDF7F20D557B}" type="pres">
      <dgm:prSet presAssocID="{9BE2A2F0-A358-4BA6-9D99-D0203E46A136}" presName="textRect" presStyleLbl="revTx" presStyleIdx="2" presStyleCnt="4">
        <dgm:presLayoutVars>
          <dgm:chMax val="1"/>
          <dgm:chPref val="1"/>
        </dgm:presLayoutVars>
      </dgm:prSet>
      <dgm:spPr/>
    </dgm:pt>
    <dgm:pt modelId="{3B08E921-253B-4468-AD3F-B86A48356F87}" type="pres">
      <dgm:prSet presAssocID="{58FD6BCD-6CCC-4B85-9110-AF1BDA4A631C}" presName="sibTrans" presStyleCnt="0"/>
      <dgm:spPr/>
    </dgm:pt>
    <dgm:pt modelId="{52CA48A6-823F-48DC-9BC5-0549F5A2A3CF}" type="pres">
      <dgm:prSet presAssocID="{4E4D9387-81E6-4BE0-9D04-547C80789680}" presName="compNode" presStyleCnt="0"/>
      <dgm:spPr/>
    </dgm:pt>
    <dgm:pt modelId="{DAB9BBBA-B88C-4ADD-B6B9-A708C5165F88}" type="pres">
      <dgm:prSet presAssocID="{4E4D9387-81E6-4BE0-9D04-547C80789680}" presName="iconBgRect" presStyleLbl="bgShp" presStyleIdx="3" presStyleCnt="4"/>
      <dgm:spPr/>
    </dgm:pt>
    <dgm:pt modelId="{7CD01CF0-433B-47EE-8B95-FD2B7DA18CAA}" type="pres">
      <dgm:prSet presAssocID="{4E4D9387-81E6-4BE0-9D04-547C8078968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5F13207-9860-45A7-BDD3-AD06B35DA1BF}" type="pres">
      <dgm:prSet presAssocID="{4E4D9387-81E6-4BE0-9D04-547C80789680}" presName="spaceRect" presStyleCnt="0"/>
      <dgm:spPr/>
    </dgm:pt>
    <dgm:pt modelId="{E8839937-93F5-408A-B387-811CDC9E1A36}" type="pres">
      <dgm:prSet presAssocID="{4E4D9387-81E6-4BE0-9D04-547C8078968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283D815-04EC-4BD9-8B87-41547A89727D}" type="presOf" srcId="{DF833CBB-0CE9-421D-B214-8179DF4B1630}" destId="{224B4F62-A66A-4DF1-A88C-7738A161B489}" srcOrd="0" destOrd="0" presId="urn:microsoft.com/office/officeart/2018/5/layout/IconCircleLabelList"/>
    <dgm:cxn modelId="{7354E25D-5B3D-4EA6-8197-5546B2AD8D31}" type="presOf" srcId="{A99F70C4-8B1A-414E-9938-909A72A50C20}" destId="{6CC4B465-5DA1-403E-8DC4-96D465F4E755}" srcOrd="0" destOrd="0" presId="urn:microsoft.com/office/officeart/2018/5/layout/IconCircleLabelList"/>
    <dgm:cxn modelId="{6ECB4D68-F845-4073-BEA9-61E08AC8FF38}" srcId="{A99F70C4-8B1A-414E-9938-909A72A50C20}" destId="{DF833CBB-0CE9-421D-B214-8179DF4B1630}" srcOrd="1" destOrd="0" parTransId="{8F29F2B9-D2C8-4BC4-8764-8F89E7417B14}" sibTransId="{C02F2530-7171-467B-A046-84C9A3DE9DDC}"/>
    <dgm:cxn modelId="{5F7DA073-C64F-44B2-976E-19C3DB1A6290}" srcId="{A99F70C4-8B1A-414E-9938-909A72A50C20}" destId="{CF417282-827E-4A29-AFAF-4DFBBE575F0F}" srcOrd="0" destOrd="0" parTransId="{F564E98A-1169-4D86-8417-59344B694D5D}" sibTransId="{933BF3C0-C229-4AD0-BAF6-6BD2E02591F6}"/>
    <dgm:cxn modelId="{E45F3159-D342-4B48-9FF9-0B3BBCA42806}" type="presOf" srcId="{9BE2A2F0-A358-4BA6-9D99-D0203E46A136}" destId="{5EBF307F-B1BC-4A59-B5EE-FDF7F20D557B}" srcOrd="0" destOrd="0" presId="urn:microsoft.com/office/officeart/2018/5/layout/IconCircleLabelList"/>
    <dgm:cxn modelId="{4618A1AF-CE97-4D7D-B904-73A3EF24471E}" srcId="{A99F70C4-8B1A-414E-9938-909A72A50C20}" destId="{9BE2A2F0-A358-4BA6-9D99-D0203E46A136}" srcOrd="2" destOrd="0" parTransId="{8F0A5878-3180-4E33-AE0A-51F9A14F7A44}" sibTransId="{58FD6BCD-6CCC-4B85-9110-AF1BDA4A631C}"/>
    <dgm:cxn modelId="{E523D4AF-7211-411F-A555-BB664F071602}" type="presOf" srcId="{4E4D9387-81E6-4BE0-9D04-547C80789680}" destId="{E8839937-93F5-408A-B387-811CDC9E1A36}" srcOrd="0" destOrd="0" presId="urn:microsoft.com/office/officeart/2018/5/layout/IconCircleLabelList"/>
    <dgm:cxn modelId="{633655EF-F542-4476-90A6-B03ECC86B322}" srcId="{A99F70C4-8B1A-414E-9938-909A72A50C20}" destId="{4E4D9387-81E6-4BE0-9D04-547C80789680}" srcOrd="3" destOrd="0" parTransId="{D187870A-0AA1-4336-8C7D-AC7CF13AE610}" sibTransId="{9B937765-5224-444C-B4E7-13A4A51A798B}"/>
    <dgm:cxn modelId="{B967EBF2-1327-4389-979A-9702BEAFF1E6}" type="presOf" srcId="{CF417282-827E-4A29-AFAF-4DFBBE575F0F}" destId="{080FC271-AC91-4705-B1F5-0F350B805B9F}" srcOrd="0" destOrd="0" presId="urn:microsoft.com/office/officeart/2018/5/layout/IconCircleLabelList"/>
    <dgm:cxn modelId="{644315E1-2F3E-48E5-AEA5-14E7F787CFB1}" type="presParOf" srcId="{6CC4B465-5DA1-403E-8DC4-96D465F4E755}" destId="{81E749ED-1B6B-47C6-B0DD-961914F51130}" srcOrd="0" destOrd="0" presId="urn:microsoft.com/office/officeart/2018/5/layout/IconCircleLabelList"/>
    <dgm:cxn modelId="{B8BA758F-08F7-4D65-9247-137EE958D35B}" type="presParOf" srcId="{81E749ED-1B6B-47C6-B0DD-961914F51130}" destId="{4A6C36F3-E840-4A5D-B47F-F59FE2DB4DDE}" srcOrd="0" destOrd="0" presId="urn:microsoft.com/office/officeart/2018/5/layout/IconCircleLabelList"/>
    <dgm:cxn modelId="{2B20F8AC-ECE9-4F91-8A7E-19013023D014}" type="presParOf" srcId="{81E749ED-1B6B-47C6-B0DD-961914F51130}" destId="{EB75C4F9-5079-45F0-A43C-F6E06B5C3F8D}" srcOrd="1" destOrd="0" presId="urn:microsoft.com/office/officeart/2018/5/layout/IconCircleLabelList"/>
    <dgm:cxn modelId="{8B4D73AC-70E1-43BA-9BB3-9D1B2A356409}" type="presParOf" srcId="{81E749ED-1B6B-47C6-B0DD-961914F51130}" destId="{EAFD7A7A-B598-4213-8818-E84212C6614E}" srcOrd="2" destOrd="0" presId="urn:microsoft.com/office/officeart/2018/5/layout/IconCircleLabelList"/>
    <dgm:cxn modelId="{5C9D3230-7746-4A14-BFAE-1E93A40529FF}" type="presParOf" srcId="{81E749ED-1B6B-47C6-B0DD-961914F51130}" destId="{080FC271-AC91-4705-B1F5-0F350B805B9F}" srcOrd="3" destOrd="0" presId="urn:microsoft.com/office/officeart/2018/5/layout/IconCircleLabelList"/>
    <dgm:cxn modelId="{AF51F68C-F229-4122-ABC2-5584ABBEC7DE}" type="presParOf" srcId="{6CC4B465-5DA1-403E-8DC4-96D465F4E755}" destId="{7D46FFF1-D749-4631-8AD5-308078F501C3}" srcOrd="1" destOrd="0" presId="urn:microsoft.com/office/officeart/2018/5/layout/IconCircleLabelList"/>
    <dgm:cxn modelId="{ECAE4877-3221-4BEE-86FD-EDB9F94B4F0D}" type="presParOf" srcId="{6CC4B465-5DA1-403E-8DC4-96D465F4E755}" destId="{DCDA6C72-B6D7-42EA-99E3-5B69443CE441}" srcOrd="2" destOrd="0" presId="urn:microsoft.com/office/officeart/2018/5/layout/IconCircleLabelList"/>
    <dgm:cxn modelId="{7484076B-8D5A-4EE7-A3A3-529A51A36B28}" type="presParOf" srcId="{DCDA6C72-B6D7-42EA-99E3-5B69443CE441}" destId="{3C491EDF-5E58-48CD-9CCC-51A8E33F4BF7}" srcOrd="0" destOrd="0" presId="urn:microsoft.com/office/officeart/2018/5/layout/IconCircleLabelList"/>
    <dgm:cxn modelId="{7627A29D-4180-4652-B5E2-091067A946CC}" type="presParOf" srcId="{DCDA6C72-B6D7-42EA-99E3-5B69443CE441}" destId="{EB5B9D5D-DB68-48B5-888A-D18BF7C0BAE9}" srcOrd="1" destOrd="0" presId="urn:microsoft.com/office/officeart/2018/5/layout/IconCircleLabelList"/>
    <dgm:cxn modelId="{1C4A5574-C03F-40BC-BEF0-F89F2A1CE468}" type="presParOf" srcId="{DCDA6C72-B6D7-42EA-99E3-5B69443CE441}" destId="{5025AFE0-5DEF-42E2-93A5-139EF3A22CE1}" srcOrd="2" destOrd="0" presId="urn:microsoft.com/office/officeart/2018/5/layout/IconCircleLabelList"/>
    <dgm:cxn modelId="{92E3530B-F10A-4519-8E3A-3AB50B6AF513}" type="presParOf" srcId="{DCDA6C72-B6D7-42EA-99E3-5B69443CE441}" destId="{224B4F62-A66A-4DF1-A88C-7738A161B489}" srcOrd="3" destOrd="0" presId="urn:microsoft.com/office/officeart/2018/5/layout/IconCircleLabelList"/>
    <dgm:cxn modelId="{720EA515-2C36-497C-9AFE-4717FB21B2CF}" type="presParOf" srcId="{6CC4B465-5DA1-403E-8DC4-96D465F4E755}" destId="{950C774D-F26D-437A-82BC-FD31492BB05E}" srcOrd="3" destOrd="0" presId="urn:microsoft.com/office/officeart/2018/5/layout/IconCircleLabelList"/>
    <dgm:cxn modelId="{EC4FD6E0-796C-4870-9AFA-2490D799D08B}" type="presParOf" srcId="{6CC4B465-5DA1-403E-8DC4-96D465F4E755}" destId="{B4AAC7E7-A1FE-4E1F-A6A4-47AB75DEBFE1}" srcOrd="4" destOrd="0" presId="urn:microsoft.com/office/officeart/2018/5/layout/IconCircleLabelList"/>
    <dgm:cxn modelId="{325279A0-C0F0-47E5-9EDD-BD7FBACCBE78}" type="presParOf" srcId="{B4AAC7E7-A1FE-4E1F-A6A4-47AB75DEBFE1}" destId="{D4466165-29FC-4A4B-911F-C1736848DD3D}" srcOrd="0" destOrd="0" presId="urn:microsoft.com/office/officeart/2018/5/layout/IconCircleLabelList"/>
    <dgm:cxn modelId="{CFA11E9B-4229-4604-9367-542C9E64FCC7}" type="presParOf" srcId="{B4AAC7E7-A1FE-4E1F-A6A4-47AB75DEBFE1}" destId="{AC2C8874-6C5A-4348-8020-6015FAD9BC18}" srcOrd="1" destOrd="0" presId="urn:microsoft.com/office/officeart/2018/5/layout/IconCircleLabelList"/>
    <dgm:cxn modelId="{7F06B127-4BEA-44B4-9F37-80E59BB9734E}" type="presParOf" srcId="{B4AAC7E7-A1FE-4E1F-A6A4-47AB75DEBFE1}" destId="{0E726E52-012A-4F5C-B3DC-D10F655BA706}" srcOrd="2" destOrd="0" presId="urn:microsoft.com/office/officeart/2018/5/layout/IconCircleLabelList"/>
    <dgm:cxn modelId="{2832C960-BDF4-4E79-877C-C199DFA73B91}" type="presParOf" srcId="{B4AAC7E7-A1FE-4E1F-A6A4-47AB75DEBFE1}" destId="{5EBF307F-B1BC-4A59-B5EE-FDF7F20D557B}" srcOrd="3" destOrd="0" presId="urn:microsoft.com/office/officeart/2018/5/layout/IconCircleLabelList"/>
    <dgm:cxn modelId="{38862B3B-C3AE-4F5E-8F7E-A3572EA75877}" type="presParOf" srcId="{6CC4B465-5DA1-403E-8DC4-96D465F4E755}" destId="{3B08E921-253B-4468-AD3F-B86A48356F87}" srcOrd="5" destOrd="0" presId="urn:microsoft.com/office/officeart/2018/5/layout/IconCircleLabelList"/>
    <dgm:cxn modelId="{AF93B259-5DA6-4EE4-92B6-7404BD3EBE40}" type="presParOf" srcId="{6CC4B465-5DA1-403E-8DC4-96D465F4E755}" destId="{52CA48A6-823F-48DC-9BC5-0549F5A2A3CF}" srcOrd="6" destOrd="0" presId="urn:microsoft.com/office/officeart/2018/5/layout/IconCircleLabelList"/>
    <dgm:cxn modelId="{ED17A3FE-A6FE-445C-916B-7230CBF77E24}" type="presParOf" srcId="{52CA48A6-823F-48DC-9BC5-0549F5A2A3CF}" destId="{DAB9BBBA-B88C-4ADD-B6B9-A708C5165F88}" srcOrd="0" destOrd="0" presId="urn:microsoft.com/office/officeart/2018/5/layout/IconCircleLabelList"/>
    <dgm:cxn modelId="{6B506DAE-8633-4672-B08C-662ABE8D3336}" type="presParOf" srcId="{52CA48A6-823F-48DC-9BC5-0549F5A2A3CF}" destId="{7CD01CF0-433B-47EE-8B95-FD2B7DA18CAA}" srcOrd="1" destOrd="0" presId="urn:microsoft.com/office/officeart/2018/5/layout/IconCircleLabelList"/>
    <dgm:cxn modelId="{9920364B-7AD2-4CD0-A00F-2A96D3D20A1A}" type="presParOf" srcId="{52CA48A6-823F-48DC-9BC5-0549F5A2A3CF}" destId="{B5F13207-9860-45A7-BDD3-AD06B35DA1BF}" srcOrd="2" destOrd="0" presId="urn:microsoft.com/office/officeart/2018/5/layout/IconCircleLabelList"/>
    <dgm:cxn modelId="{175B5861-CA5E-4366-9FC1-0C49CAD05C3B}" type="presParOf" srcId="{52CA48A6-823F-48DC-9BC5-0549F5A2A3CF}" destId="{E8839937-93F5-408A-B387-811CDC9E1A3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87759-BB2F-4849-B35B-E776EEC9222B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727295-DB44-4B1B-882B-4B993F34EE35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Microservices-based e-commerce demo</a:t>
          </a:r>
        </a:p>
      </dsp:txBody>
      <dsp:txXfrm>
        <a:off x="590191" y="770569"/>
        <a:ext cx="1821339" cy="1821339"/>
      </dsp:txXfrm>
    </dsp:sp>
    <dsp:sp modelId="{8E838F9E-5C32-4381-B58A-4FB69C3944B8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Fully instrumented with OpenTelemetry</a:t>
          </a:r>
        </a:p>
      </dsp:txBody>
      <dsp:txXfrm>
        <a:off x="2763852" y="770569"/>
        <a:ext cx="1821339" cy="1821339"/>
      </dsp:txXfrm>
    </dsp:sp>
    <dsp:sp modelId="{BCEEF5CE-605B-4493-BE1C-0A636B72C853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Shows traces, metrics, and logs end‑to‑end</a:t>
          </a:r>
        </a:p>
      </dsp:txBody>
      <dsp:txXfrm>
        <a:off x="590191" y="2944231"/>
        <a:ext cx="1821339" cy="1821339"/>
      </dsp:txXfrm>
    </dsp:sp>
    <dsp:sp modelId="{EC8379AE-52AE-4CE2-874D-4F7814802BEB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Includes frontend, backend, and observability stack</a:t>
          </a:r>
        </a:p>
      </dsp:txBody>
      <dsp:txXfrm>
        <a:off x="2763852" y="2944231"/>
        <a:ext cx="1821339" cy="18213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87E20-D0CC-4F2F-A25D-2632A075700A}">
      <dsp:nvSpPr>
        <dsp:cNvPr id="0" name=""/>
        <dsp:cNvSpPr/>
      </dsp:nvSpPr>
      <dsp:spPr>
        <a:xfrm>
          <a:off x="0" y="10399"/>
          <a:ext cx="5000124" cy="7675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Main components:</a:t>
          </a:r>
        </a:p>
      </dsp:txBody>
      <dsp:txXfrm>
        <a:off x="37467" y="47866"/>
        <a:ext cx="4925190" cy="692586"/>
      </dsp:txXfrm>
    </dsp:sp>
    <dsp:sp modelId="{33907F52-25AA-4AD6-B412-141C1A973F5C}">
      <dsp:nvSpPr>
        <dsp:cNvPr id="0" name=""/>
        <dsp:cNvSpPr/>
      </dsp:nvSpPr>
      <dsp:spPr>
        <a:xfrm>
          <a:off x="0" y="870079"/>
          <a:ext cx="5000124" cy="76752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Frontend (Web + Mobile)</a:t>
          </a:r>
        </a:p>
      </dsp:txBody>
      <dsp:txXfrm>
        <a:off x="37467" y="907546"/>
        <a:ext cx="4925190" cy="692586"/>
      </dsp:txXfrm>
    </dsp:sp>
    <dsp:sp modelId="{9DE5ACF0-8DD7-43F3-A850-4400F551DEF8}">
      <dsp:nvSpPr>
        <dsp:cNvPr id="0" name=""/>
        <dsp:cNvSpPr/>
      </dsp:nvSpPr>
      <dsp:spPr>
        <a:xfrm>
          <a:off x="0" y="1729759"/>
          <a:ext cx="5000124" cy="76752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Envoy Proxy</a:t>
          </a:r>
        </a:p>
      </dsp:txBody>
      <dsp:txXfrm>
        <a:off x="37467" y="1767226"/>
        <a:ext cx="4925190" cy="692586"/>
      </dsp:txXfrm>
    </dsp:sp>
    <dsp:sp modelId="{FB772AD6-E748-41E9-8B8F-03C45AFFCE34}">
      <dsp:nvSpPr>
        <dsp:cNvPr id="0" name=""/>
        <dsp:cNvSpPr/>
      </dsp:nvSpPr>
      <dsp:spPr>
        <a:xfrm>
          <a:off x="0" y="2589440"/>
          <a:ext cx="5000124" cy="76752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Backend microservices</a:t>
          </a:r>
        </a:p>
      </dsp:txBody>
      <dsp:txXfrm>
        <a:off x="37467" y="2626907"/>
        <a:ext cx="4925190" cy="692586"/>
      </dsp:txXfrm>
    </dsp:sp>
    <dsp:sp modelId="{3DBAC453-76BC-46FD-9663-7E2C60C84333}">
      <dsp:nvSpPr>
        <dsp:cNvPr id="0" name=""/>
        <dsp:cNvSpPr/>
      </dsp:nvSpPr>
      <dsp:spPr>
        <a:xfrm>
          <a:off x="0" y="3356960"/>
          <a:ext cx="5000124" cy="2086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Redis/Valkey, Kafka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Feature flags (flagd)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Load generator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OTel Collector → Prometheus, Jaeger, Logs backend</a:t>
          </a:r>
        </a:p>
      </dsp:txBody>
      <dsp:txXfrm>
        <a:off x="0" y="3356960"/>
        <a:ext cx="5000124" cy="2086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64221-FB4C-4A00-B609-8E5C7A79F387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DB49E-0481-4262-A2D7-A0F8D24598CD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1E5DA-AFEC-4D83-89EF-40D33C89A08F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Manages user cart items and totals</a:t>
          </a:r>
        </a:p>
      </dsp:txBody>
      <dsp:txXfrm>
        <a:off x="25435" y="2456402"/>
        <a:ext cx="1800000" cy="720000"/>
      </dsp:txXfrm>
    </dsp:sp>
    <dsp:sp modelId="{B11AE437-1460-404A-9DF9-7A1541902ED0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F2DF4D-1620-4169-B1A3-E5523D485D66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4C6DC-CA40-44B4-8BC2-38A2CFB75669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Stores data in Redis/Valkey</a:t>
          </a:r>
        </a:p>
      </dsp:txBody>
      <dsp:txXfrm>
        <a:off x="2140435" y="2456402"/>
        <a:ext cx="1800000" cy="720000"/>
      </dsp:txXfrm>
    </dsp:sp>
    <dsp:sp modelId="{3AADEE2D-9174-49ED-8E11-4C38BD151B4E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4B5FA2-83BB-4608-9F35-9341D23592EA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A3AA5-F2F8-4B78-B842-984D9D08A912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Called by frontend and checkout</a:t>
          </a:r>
        </a:p>
      </dsp:txBody>
      <dsp:txXfrm>
        <a:off x="4255435" y="2456402"/>
        <a:ext cx="1800000" cy="720000"/>
      </dsp:txXfrm>
    </dsp:sp>
    <dsp:sp modelId="{3FACBC55-FEB7-480E-B1A6-F2333940344D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B8BD4-4921-4695-BC00-3DA2C4CAA409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D9B91-4F66-47DE-8854-67168B6E123D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Emits spans, metrics, and logs via OTel SDK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B7FEBF-8CBA-41D3-9012-6A45A4913FD5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F06897-1984-41E4-9D82-9AF9C2D31640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Handles payment authorization</a:t>
          </a:r>
        </a:p>
      </dsp:txBody>
      <dsp:txXfrm>
        <a:off x="590191" y="770569"/>
        <a:ext cx="1821339" cy="1821339"/>
      </dsp:txXfrm>
    </dsp:sp>
    <dsp:sp modelId="{0C099D25-98EB-4EF5-8A6C-47CB2AC02585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Publishes Kafka events for fraud detection</a:t>
          </a:r>
        </a:p>
      </dsp:txBody>
      <dsp:txXfrm>
        <a:off x="2763852" y="770569"/>
        <a:ext cx="1821339" cy="1821339"/>
      </dsp:txXfrm>
    </dsp:sp>
    <dsp:sp modelId="{B967F158-907F-4FA6-844B-AA6BE58E711A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Critical for end‑to‑end tracing</a:t>
          </a:r>
        </a:p>
      </dsp:txBody>
      <dsp:txXfrm>
        <a:off x="590191" y="2944231"/>
        <a:ext cx="1821339" cy="1821339"/>
      </dsp:txXfrm>
    </dsp:sp>
    <dsp:sp modelId="{18532BE0-8E2E-4082-8BDB-5D6D97227759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Provides latency/error metrics for observability</a:t>
          </a:r>
        </a:p>
      </dsp:txBody>
      <dsp:txXfrm>
        <a:off x="2763852" y="2944231"/>
        <a:ext cx="1821339" cy="18213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9FE143-F8A1-4529-A3D6-234FFB61002A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EED9F-72AE-4C41-91D7-151A479B06A7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F2D76-DD34-4235-BFF9-C974AB2A42F2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Scrapes metrics from OTel Collector</a:t>
          </a:r>
        </a:p>
      </dsp:txBody>
      <dsp:txXfrm>
        <a:off x="25435" y="2456402"/>
        <a:ext cx="1800000" cy="720000"/>
      </dsp:txXfrm>
    </dsp:sp>
    <dsp:sp modelId="{793D3F70-E239-4CF9-8E46-09736BB89930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E162B-8094-47B0-89C5-9881433DA727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3365E-7481-467A-9C7B-D31A60F36667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Stores time‑series data</a:t>
          </a:r>
        </a:p>
      </dsp:txBody>
      <dsp:txXfrm>
        <a:off x="2140435" y="2456402"/>
        <a:ext cx="1800000" cy="720000"/>
      </dsp:txXfrm>
    </dsp:sp>
    <dsp:sp modelId="{93FF647F-3C28-4404-8B02-8BB7048735F6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7E42A-DF20-48D1-BE62-ACBE9BF3E8A7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F3453-C4B8-4A55-80E6-C65CAFCB4978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Tracks request count, errors, and latency</a:t>
          </a:r>
        </a:p>
      </dsp:txBody>
      <dsp:txXfrm>
        <a:off x="4255435" y="2456402"/>
        <a:ext cx="1800000" cy="720000"/>
      </dsp:txXfrm>
    </dsp:sp>
    <dsp:sp modelId="{F1063195-9C16-4B92-BE45-422FD512CDEA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786D4-800E-4ED6-A291-7CAA80E3FBF8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E2DA3-BD77-4EF3-A908-C9C509EAEA63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Powers alerting and performance dashboards</a:t>
          </a:r>
        </a:p>
      </dsp:txBody>
      <dsp:txXfrm>
        <a:off x="6370435" y="24564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384C0-2119-4209-87D4-A2FB90D66B7F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CFF48-B99B-4A47-945D-A9A7E748C632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Dashboards for metrics, logs, and traces</a:t>
          </a:r>
        </a:p>
      </dsp:txBody>
      <dsp:txXfrm>
        <a:off x="25435" y="2276522"/>
        <a:ext cx="1800000" cy="720000"/>
      </dsp:txXfrm>
    </dsp:sp>
    <dsp:sp modelId="{8FF3FF9D-8096-4725-983F-D1B7599F7293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5A327-8D4C-44D9-8F43-6897AC978786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Integrates with Prometheus, Jaeger, logs backend</a:t>
          </a:r>
        </a:p>
      </dsp:txBody>
      <dsp:txXfrm>
        <a:off x="2140435" y="2276522"/>
        <a:ext cx="1800000" cy="720000"/>
      </dsp:txXfrm>
    </dsp:sp>
    <dsp:sp modelId="{CFA0DF29-86A5-4A5F-BD2B-47A0BBF4467F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72381-2EE9-48D9-AF27-56A491BD621A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Supports drill‑down from metrics → trace → logs</a:t>
          </a:r>
        </a:p>
      </dsp:txBody>
      <dsp:txXfrm>
        <a:off x="4255435" y="2276522"/>
        <a:ext cx="1800000" cy="720000"/>
      </dsp:txXfrm>
    </dsp:sp>
    <dsp:sp modelId="{81E46236-C045-4510-8DE3-A0D8391C7405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56FD72-A041-4C05-AD64-67864851E767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Central observability interface</a:t>
          </a:r>
        </a:p>
      </dsp:txBody>
      <dsp:txXfrm>
        <a:off x="6370435" y="2276522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C36F3-E840-4A5D-B47F-F59FE2DB4DDE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5C4F9-5079-45F0-A43C-F6E06B5C3F8D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FC271-AC91-4705-B1F5-0F350B805B9F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Demonstrate real‑world observability</a:t>
          </a:r>
        </a:p>
      </dsp:txBody>
      <dsp:txXfrm>
        <a:off x="25435" y="2456402"/>
        <a:ext cx="1800000" cy="720000"/>
      </dsp:txXfrm>
    </dsp:sp>
    <dsp:sp modelId="{3C491EDF-5E58-48CD-9CCC-51A8E33F4BF7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5B9D5D-DB68-48B5-888A-D18BF7C0BAE9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B4F62-A66A-4DF1-A88C-7738A161B489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Provide learning &amp; training platform</a:t>
          </a:r>
        </a:p>
      </dsp:txBody>
      <dsp:txXfrm>
        <a:off x="2140435" y="2456402"/>
        <a:ext cx="1800000" cy="720000"/>
      </dsp:txXfrm>
    </dsp:sp>
    <dsp:sp modelId="{D4466165-29FC-4A4B-911F-C1736848DD3D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C8874-6C5A-4348-8020-6015FAD9BC18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BF307F-B1BC-4A59-B5EE-FDF7F20D557B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Reference architecture for OTel adoption</a:t>
          </a:r>
        </a:p>
      </dsp:txBody>
      <dsp:txXfrm>
        <a:off x="4255435" y="2456402"/>
        <a:ext cx="1800000" cy="720000"/>
      </dsp:txXfrm>
    </dsp:sp>
    <dsp:sp modelId="{DAB9BBBA-B88C-4ADD-B6B9-A708C5165F88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D01CF0-433B-47EE-8B95-FD2B7DA18CAA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39937-93F5-408A-B387-811CDC9E1A36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Support vendor and integration testing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OpenTelemetry Demo</a:t>
            </a:r>
          </a:p>
          <a:p>
            <a:pPr algn="l"/>
            <a:r>
              <a:rPr lang="en-US" sz="4200">
                <a:solidFill>
                  <a:srgbClr val="FFFFFF"/>
                </a:solidFill>
              </a:rPr>
              <a:t>Architecture &amp;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dirty="0"/>
              <a:t>Project Summary • Requirements • Architecture • Backend Overview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1. Project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691AFB-C336-FBBD-A21B-28E5098E9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10472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2. Requirements to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u="sng"/>
              <a:t>Hardware</a:t>
            </a:r>
            <a:endParaRPr lang="en-US" sz="1700" u="sng"/>
          </a:p>
          <a:p>
            <a:r>
              <a:rPr lang="en-US" sz="1700"/>
              <a:t>4–8 GB RAM</a:t>
            </a:r>
          </a:p>
          <a:p>
            <a:pPr marL="0" indent="0">
              <a:buNone/>
            </a:pPr>
            <a:br>
              <a:rPr lang="en-US" sz="1700"/>
            </a:br>
            <a:r>
              <a:rPr lang="en-US" sz="1700" b="1" u="sng"/>
              <a:t>Software</a:t>
            </a:r>
          </a:p>
          <a:p>
            <a:r>
              <a:rPr lang="en-US" sz="1700"/>
              <a:t>Docker + Docker Compose OR Kubernetes + Helm</a:t>
            </a:r>
          </a:p>
          <a:p>
            <a:r>
              <a:rPr lang="en-US" sz="1700"/>
              <a:t>Kubectl, Internet access</a:t>
            </a:r>
          </a:p>
          <a:p>
            <a:endParaRPr lang="en-US" sz="1700"/>
          </a:p>
          <a:p>
            <a:pPr marL="0" indent="0">
              <a:buNone/>
            </a:pPr>
            <a:r>
              <a:rPr lang="en-US" sz="1700" b="1" u="sng"/>
              <a:t>Optional Tools</a:t>
            </a:r>
          </a:p>
          <a:p>
            <a:r>
              <a:rPr lang="en-US" sz="1700"/>
              <a:t>Grafana, Jaeger, Prometheus, OpenSearch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3. Architecture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484427-56CF-F3DA-372E-B573993E5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94246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4.1 Cart Service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4061F8-DBD0-4407-2AC4-43F9895F62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47939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4.2 Payment Service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173067-FF50-020B-430F-F3DF854439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295545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4.3 Prometheus (Metrics)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08222B-F4AA-8E9F-1655-56C68C24B5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858940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4.4 Grafana (Visualization)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CC43AA-1AC2-44DE-7738-DEDD58F76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61180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5. Project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22E341-39FE-4DCA-3EAA-A412027704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85949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258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OpenTelemetry Demo Architecture &amp; Overview</vt:lpstr>
      <vt:lpstr>1. Project Overview</vt:lpstr>
      <vt:lpstr>2. Requirements to Start</vt:lpstr>
      <vt:lpstr>3. Architecture Overview</vt:lpstr>
      <vt:lpstr>4.1 Cart Service</vt:lpstr>
      <vt:lpstr>4.2 Payment Service</vt:lpstr>
      <vt:lpstr>4.3 Prometheus (Metrics)</vt:lpstr>
      <vt:lpstr>4.4 Grafana (Visualization)</vt:lpstr>
      <vt:lpstr>5. Project Goals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Aviel Amitay</cp:lastModifiedBy>
  <cp:revision>3</cp:revision>
  <dcterms:created xsi:type="dcterms:W3CDTF">2013-01-27T09:14:16Z</dcterms:created>
  <dcterms:modified xsi:type="dcterms:W3CDTF">2025-12-07T08:29:46Z</dcterms:modified>
  <cp:category/>
</cp:coreProperties>
</file>